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dbe91a6a994971" /><Relationship Type="http://schemas.openxmlformats.org/officeDocument/2006/relationships/extended-properties" Target="/docProps/app.xml" Id="R1fd42fab6e054e0b" /><Relationship Type="http://schemas.openxmlformats.org/officeDocument/2006/relationships/officeDocument" Target="/ppt/presentation.xml" Id="Rd5e03ceefc5946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8c0c75bf2445e5"/>
  </p:sldMasterIdLst>
  <p:notesMasterIdLst>
    <p:notesMasterId xmlns:r="http://schemas.openxmlformats.org/officeDocument/2006/relationships" r:id="R33712704f8df425e"/>
  </p:notesMasterIdLst>
  <p:sldIdLst>
    <p:sldId xmlns:r="http://schemas.openxmlformats.org/officeDocument/2006/relationships" id="256" r:id="R42e5c02212964580"/>
    <p:sldId xmlns:r="http://schemas.openxmlformats.org/officeDocument/2006/relationships" id="257" r:id="R767e4bd851d047f0"/>
    <p:sldId xmlns:r="http://schemas.openxmlformats.org/officeDocument/2006/relationships" id="258" r:id="Rb4322909176c49d2"/>
    <p:sldId xmlns:r="http://schemas.openxmlformats.org/officeDocument/2006/relationships" id="259" r:id="R299ab96b02d14e09"/>
    <p:sldId xmlns:r="http://schemas.openxmlformats.org/officeDocument/2006/relationships" id="260" r:id="R96d76c15ad784540"/>
    <p:sldId xmlns:r="http://schemas.openxmlformats.org/officeDocument/2006/relationships" id="261" r:id="Ra0101d81602146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bd40473a8409e" /><Relationship Type="http://schemas.openxmlformats.org/officeDocument/2006/relationships/slideMaster" Target="/ppt/slideMasters/slideMaster1.xml" Id="Ra68c0c75bf2445e5" /><Relationship Type="http://schemas.openxmlformats.org/officeDocument/2006/relationships/notesMaster" Target="/ppt/notesMasters/notesMaster1.xml" Id="R33712704f8df425e" /><Relationship Type="http://schemas.openxmlformats.org/officeDocument/2006/relationships/presProps" Target="/ppt/presProps.xml" Id="R967e92bf21f24662" /><Relationship Type="http://schemas.openxmlformats.org/officeDocument/2006/relationships/tableStyles" Target="/ppt/tableStyles.xml" Id="R402716f85f38476b" /><Relationship Type="http://schemas.openxmlformats.org/officeDocument/2006/relationships/slide" Target="/ppt/slides/slide1.xml" Id="R42e5c02212964580" /><Relationship Type="http://schemas.openxmlformats.org/officeDocument/2006/relationships/slide" Target="/ppt/slides/slide2.xml" Id="R767e4bd851d047f0" /><Relationship Type="http://schemas.openxmlformats.org/officeDocument/2006/relationships/slide" Target="/ppt/slides/slide3.xml" Id="Rb4322909176c49d2" /><Relationship Type="http://schemas.openxmlformats.org/officeDocument/2006/relationships/slide" Target="/ppt/slides/slide4.xml" Id="R299ab96b02d14e09" /><Relationship Type="http://schemas.openxmlformats.org/officeDocument/2006/relationships/slide" Target="/ppt/slides/slide5.xml" Id="R96d76c15ad784540" /><Relationship Type="http://schemas.openxmlformats.org/officeDocument/2006/relationships/slide" Target="/ppt/slides/slide6.xml" Id="Ra0101d81602146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27b33ef66a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8ca228e6284eb4" /><Relationship Type="http://schemas.openxmlformats.org/officeDocument/2006/relationships/notesMaster" Target="/ppt/notesMasters/notesMaster1.xml" Id="Rb80a7ab699e447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7ab04bc789455a" /><Relationship Type="http://schemas.openxmlformats.org/officeDocument/2006/relationships/notesMaster" Target="/ppt/notesMasters/notesMaster1.xml" Id="R5f01fac43b2441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5854942cee4d97" /><Relationship Type="http://schemas.openxmlformats.org/officeDocument/2006/relationships/notesMaster" Target="/ppt/notesMasters/notesMaster1.xml" Id="R2f6a5ea3e4b84c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c42850b5df4e49" /><Relationship Type="http://schemas.openxmlformats.org/officeDocument/2006/relationships/notesMaster" Target="/ppt/notesMasters/notesMaster1.xml" Id="R9feaf8fbc7a545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dc4da53dd44e7e" /><Relationship Type="http://schemas.openxmlformats.org/officeDocument/2006/relationships/notesMaster" Target="/ppt/notesMasters/notesMaster1.xml" Id="Ra939c09a52e941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2126ca01d648e9" /><Relationship Type="http://schemas.openxmlformats.org/officeDocument/2006/relationships/notesMaster" Target="/ppt/notesMasters/notesMaster1.xml" Id="R30295d2f96a64c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09f1fe7aa48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ae07c17c4d4fb3" /><Relationship Type="http://schemas.openxmlformats.org/officeDocument/2006/relationships/slideLayout" Target="/ppt/slideLayouts/slideLayout1.xml" Id="R9aafb95822ec4b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afb95822ec4b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9abc2c1634bc1" /><Relationship Type="http://schemas.openxmlformats.org/officeDocument/2006/relationships/notesSlide" Target="/ppt/notesSlides/notesSlide1.xml" Id="R70b6b9c9b857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9f35bb3c14fb8" /><Relationship Type="http://schemas.openxmlformats.org/officeDocument/2006/relationships/notesSlide" Target="/ppt/notesSlides/notesSlide2.xml" Id="R49aa1ce3389742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d26a17c3a4189" /><Relationship Type="http://schemas.openxmlformats.org/officeDocument/2006/relationships/notesSlide" Target="/ppt/notesSlides/notesSlide3.xml" Id="R021069c51ad046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5918c58ee4b31" /><Relationship Type="http://schemas.openxmlformats.org/officeDocument/2006/relationships/notesSlide" Target="/ppt/notesSlides/notesSlide4.xml" Id="R5586d2d7071041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17adfce83462c" /><Relationship Type="http://schemas.openxmlformats.org/officeDocument/2006/relationships/notesSlide" Target="/ppt/notesSlides/notesSlide5.xml" Id="R24ff26d86d2140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41d60cbac4645" /><Relationship Type="http://schemas.openxmlformats.org/officeDocument/2006/relationships/notesSlide" Target="/ppt/notesSlides/notesSlide6.xml" Id="Rb01e01818ce64b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393EB724-C4D3-4AE1-BFE4-25886725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11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183B27A8-B27F-4C57-A75B-212FA98B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D541A11-ED63-4ED7-886D-61C3CD26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D22CED50-5839-433E-9CE3-CC260A43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Корутины, внешние сервисы и отказоустойчивость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77B1D1FF-02CE-4B7C-8F94-CD6721DC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Работать с timeout и cancellation, не удерживая DB transaction во время сетевого вызова.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A34C79F9-834C-47ED-A82E-6B907D3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361664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E23D42E6-199D-45EA-9738-F11D1B86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680A0FDA-1356-4B77-A41A-F98EB44C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Локальная транзакция короткая, внешний вызов ограничен, повтор идемпотентен, незавершённое состояние примиряется.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7B46072A-12E6-4247-BAEE-8C1D0689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D37948B1-2701-4767-89A0-48A9EC9E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Structured concurrency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31BA503E-FD98-43DD-BE9C-6DE5317A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Scope связывает lifetime задач, cancellation и context propagation без утечек работы.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B8416CBC-88B9-4DD2-950B-99341BFE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1C3D0CDF-3B6D-413C-B342-76C32D49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Resilience policy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43150270-8601-4A16-9860-872D434A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Timeout, bounded retry, exponential backoff и jitter применяются только к transient failures.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8838355B-831D-4D60-9285-41C70F9E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ED0039FF-3248-45CA-AB9D-C50CE18B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Consistency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3B8155BE-9AD4-452F-985E-694C21A2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State machine, idempotency и reconciliation закрывают разрыв между DB и внешним gateway.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2FF00-34CD-4569-8160-F64D235D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8768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0254DD2E-692E-468D-82FA-4CC4DDAA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Сеть и база не образуют одну локальную транзакцию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C82BE745-149C-4BE5-8A1D-D7619624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EB825C20-B6BA-4FBE-A53D-B459CE13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Cancellation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63396E7A-5807-4949-B5E0-D2345C1A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Отмена должна освобождать coroutine и connection, сохраняя состояние, которое можно продолжить.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1C5EF10D-44F1-4B0D-BA5C-2006A178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F113DF57-8EA7-4B8A-B5B0-C1682283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Blocking JDBC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68F45ED4-5A2C-46E0-B534-230E9B75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Блокирующий driver выполняется на ограниченном dispatcher, а не на event loop.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B3EE3275-7C7D-47F0-9C1D-B923B4F3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63CCC080-B887-44E9-B2CE-C19EA50A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Retry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AFEA6312-1212-4C04-913C-5B61C44C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Повтор ограничен, учитывает idempotency и не применяется к permanent/business errors.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3A7A46DD-3A9D-416C-ACF3-0B1DD1A3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7E86B17C-AAF8-42A6-9C15-9F5D1FAE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At-least-once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C0708415-96F5-483D-8EBD-87A788A7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Внешний вызов может выполниться до timeout ответа; повтор должен вернуть тот же эффект.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04157-DA27-40DB-8681-319C1F34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79491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479CED81-5956-4814-93FD-511FEAA8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Сетевой вызов между транзакциями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FB45F70D-CDF7-4796-AB0B-E8BCDE54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Connection не ждёт gateway, а state machine делает любой исход наблюдаемым.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A49504BF-3F2E-4FA2-A02D-10AE6970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93A1FCF2-25A1-4274-881D-F9749E13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D7BD52E4-EF85-47BB-AB64-B5B3DD61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RESERVE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46DEEBD9-4FA0-4AF0-8B1C-139E9EB4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Зафиксировать intent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ACEFBC6E-944B-4C6B-8129-BA69FAAD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Короткая DB transaction создаёт RESERVED и idempotency key.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CB413A1A-5A28-4FD1-A47F-2CB01B25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F8FC26BE-7363-47D5-A14A-2CDED82B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CALL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2CEBEC53-F952-490A-AD44-FE2469AF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Вызвать gateway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5C108185-F3A9-4B96-936C-E49F4EC4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Timeout/cancellation/retry работают без открытой DB transaction.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31B654FE-76BD-4B4F-B165-FFDE0BA0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79748B82-DCC6-4B3A-A1D0-2E262399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FINALIZE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488DC3CE-A004-4397-8AF7-E446014D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Сохранить outcome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5840BE80-4537-4B8B-ACE5-450A3DC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COMPLETED/FAILED или reconciliation продолжают тот же operation.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5D472-6B71-4D12-A851-2CE0CDA6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3434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7E3233DD-5746-4F57-B06D-DF1A658A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8DDDA39C-4E4B-4D68-A832-2D24B774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6FF4D8E2-D089-4A9E-A0C4-09EC5C0A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./gradlew test   # cancellation и parallel duplicate key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DABF7AF3-5ED9-4294-9A78-B314CB16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8144774F-1671-45CA-952D-6826F780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70994786-866B-4AAD-9C03-B566F84A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Добавить timeout внешнего вызова.
- Классифицировать retryable errors.
- Смоделировать timeout после success.
- Реализовать reconciliation/outbox state.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9D1F5777-592C-4F48-B520-653F8C9D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0B660DD5-EB12-4DD0-9646-C3D587E9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5BD69EA1-80E4-4CF9-9701-DFAAF875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Во время сети нет DB connection.
- Cancellation не оставляет поздний overwrite.
- Один key создаёт один charge.
- Нет бесконечного retry.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59CCA-CD92-42C2-8241-1CCCB62F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5940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A9E250B2-DD76-4919-A635-06E9FCFF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1CDD13C0-315E-439C-9F44-EBB2DFFE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9EB676AB-BF71-47F0-B61B-2CC7BB47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D13A6542-1244-4215-AE44-1BC3DD3C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89C40423-C362-4B4C-93F4-F6ABA5D4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Нет зависших connections и orphan coroutines.
- Повтор не создаёт двойной платёж.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D824F599-F8C3-4B32-A414-F06064A0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052BF023-F89D-438C-857D-496B4DB4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F735AD31-D331-41A8-A440-668C05F8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Почему network call внутри transaction опасен?
- Что делает retry безопасным?
- Как обработать unknown outcome?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EB1C1868-4E39-4C8F-B74B-FC837A4E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связать HTTP, transaction и SQL через логи и метрики.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2EB3B-7A7F-450B-B381-3B513496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8385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2026-07-22T07:24:15.0050000Z</dcterms:created>
  <dcterms:modified xsi:type="dcterms:W3CDTF">2026-07-22T07:24:15.0050000Z</dcterms:modified>
</coreProperties>
</file>