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0f53c52cc548ea" /><Relationship Type="http://schemas.openxmlformats.org/officeDocument/2006/relationships/extended-properties" Target="/docProps/app.xml" Id="R0ce833823c8646c8" /><Relationship Type="http://schemas.openxmlformats.org/officeDocument/2006/relationships/officeDocument" Target="/ppt/presentation.xml" Id="R14ba93670a7841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99116fd9e24156"/>
  </p:sldMasterIdLst>
  <p:notesMasterIdLst>
    <p:notesMasterId xmlns:r="http://schemas.openxmlformats.org/officeDocument/2006/relationships" r:id="R59d394f7d3b74917"/>
  </p:notesMasterIdLst>
  <p:sldIdLst>
    <p:sldId xmlns:r="http://schemas.openxmlformats.org/officeDocument/2006/relationships" id="256" r:id="R9e95517116d443eb"/>
    <p:sldId xmlns:r="http://schemas.openxmlformats.org/officeDocument/2006/relationships" id="257" r:id="Rfa925656b9c248d0"/>
    <p:sldId xmlns:r="http://schemas.openxmlformats.org/officeDocument/2006/relationships" id="258" r:id="R26f053b72a2443c7"/>
    <p:sldId xmlns:r="http://schemas.openxmlformats.org/officeDocument/2006/relationships" id="259" r:id="Rb400b9aa4a3d4be5"/>
    <p:sldId xmlns:r="http://schemas.openxmlformats.org/officeDocument/2006/relationships" id="260" r:id="Ra4ecfcd4ba3e42c1"/>
    <p:sldId xmlns:r="http://schemas.openxmlformats.org/officeDocument/2006/relationships" id="261" r:id="R1c5001091d1a46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e8d424d04a4b68" /><Relationship Type="http://schemas.openxmlformats.org/officeDocument/2006/relationships/slideMaster" Target="/ppt/slideMasters/slideMaster1.xml" Id="R5199116fd9e24156" /><Relationship Type="http://schemas.openxmlformats.org/officeDocument/2006/relationships/notesMaster" Target="/ppt/notesMasters/notesMaster1.xml" Id="R59d394f7d3b74917" /><Relationship Type="http://schemas.openxmlformats.org/officeDocument/2006/relationships/presProps" Target="/ppt/presProps.xml" Id="R9d36b9b3667d4986" /><Relationship Type="http://schemas.openxmlformats.org/officeDocument/2006/relationships/tableStyles" Target="/ppt/tableStyles.xml" Id="R1e1683db8d054787" /><Relationship Type="http://schemas.openxmlformats.org/officeDocument/2006/relationships/slide" Target="/ppt/slides/slide1.xml" Id="R9e95517116d443eb" /><Relationship Type="http://schemas.openxmlformats.org/officeDocument/2006/relationships/slide" Target="/ppt/slides/slide2.xml" Id="Rfa925656b9c248d0" /><Relationship Type="http://schemas.openxmlformats.org/officeDocument/2006/relationships/slide" Target="/ppt/slides/slide3.xml" Id="R26f053b72a2443c7" /><Relationship Type="http://schemas.openxmlformats.org/officeDocument/2006/relationships/slide" Target="/ppt/slides/slide4.xml" Id="Rb400b9aa4a3d4be5" /><Relationship Type="http://schemas.openxmlformats.org/officeDocument/2006/relationships/slide" Target="/ppt/slides/slide5.xml" Id="Ra4ecfcd4ba3e42c1" /><Relationship Type="http://schemas.openxmlformats.org/officeDocument/2006/relationships/slide" Target="/ppt/slides/slide6.xml" Id="R1c5001091d1a46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044336e3434a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e1908d0b9411e" /><Relationship Type="http://schemas.openxmlformats.org/officeDocument/2006/relationships/notesMaster" Target="/ppt/notesMasters/notesMaster1.xml" Id="Rd6faa445278749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7017a664094318" /><Relationship Type="http://schemas.openxmlformats.org/officeDocument/2006/relationships/notesMaster" Target="/ppt/notesMasters/notesMaster1.xml" Id="Rc9deca89546744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17bf2c48c64a9f" /><Relationship Type="http://schemas.openxmlformats.org/officeDocument/2006/relationships/notesMaster" Target="/ppt/notesMasters/notesMaster1.xml" Id="Rb17f52a7078345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be70447a924822" /><Relationship Type="http://schemas.openxmlformats.org/officeDocument/2006/relationships/notesMaster" Target="/ppt/notesMasters/notesMaster1.xml" Id="R1628226a7c45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5df51c5014446c" /><Relationship Type="http://schemas.openxmlformats.org/officeDocument/2006/relationships/notesMaster" Target="/ppt/notesMasters/notesMaster1.xml" Id="Rd07b53a2f4fc4b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5fb5bf4f774d91" /><Relationship Type="http://schemas.openxmlformats.org/officeDocument/2006/relationships/notesMaster" Target="/ppt/notesMasters/notesMaster1.xml" Id="Rc3f1e2c7baea44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f096139c144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cbabf1cb5442e9" /><Relationship Type="http://schemas.openxmlformats.org/officeDocument/2006/relationships/slideLayout" Target="/ppt/slideLayouts/slideLayout1.xml" Id="R1628bb2060ba44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28bb2060ba44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d915cc01a440a" /><Relationship Type="http://schemas.openxmlformats.org/officeDocument/2006/relationships/notesSlide" Target="/ppt/notesSlides/notesSlide1.xml" Id="Rb1429df166fe4e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f99cc2a914fd8" /><Relationship Type="http://schemas.openxmlformats.org/officeDocument/2006/relationships/notesSlide" Target="/ppt/notesSlides/notesSlide2.xml" Id="Rbf2fc1ddc0a846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1938802144d1b" /><Relationship Type="http://schemas.openxmlformats.org/officeDocument/2006/relationships/notesSlide" Target="/ppt/notesSlides/notesSlide3.xml" Id="R51fc68d866774a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fc1be8acc4f4c" /><Relationship Type="http://schemas.openxmlformats.org/officeDocument/2006/relationships/notesSlide" Target="/ppt/notesSlides/notesSlide4.xml" Id="Rf7b037d2e39546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ac95110f345cd" /><Relationship Type="http://schemas.openxmlformats.org/officeDocument/2006/relationships/notesSlide" Target="/ppt/notesSlides/notesSlide5.xml" Id="R04f105c8c04342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125128b0544e1" /><Relationship Type="http://schemas.openxmlformats.org/officeDocument/2006/relationships/notesSlide" Target="/ppt/notesSlides/notesSlide6.xml" Id="Rc15368348daa40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A8A852C1-7B1F-4641-A98A-23B9FC82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9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930C39F2-9FE3-44D6-8CE9-318760EB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1400E57-452F-4328-868B-D77D05BD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2E6C177F-5C10-44AD-BC0B-A88C3DAE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Аутентификация, авторизация и безопасность API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7FDA3B77-A18A-44E2-90D8-6BFBCD57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Добавить безопасный доступ к ресурсам, не смешивая security и бизнес-правила.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82F8E583-56B5-4DF6-81CD-0B8AA1C8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794582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F4C27BEE-A3F5-4ECE-9CE7-22B6C72E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2249B044-FEF9-46C8-9ED9-5010347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Identity отвечает кто, authorization - что разрешено, audit - что произошло; каждую границу нужно тестировать.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7BC434D8-8750-439D-B141-6B0CA1F3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4C99C31E-D6D6-4825-BCD1-1E603DBB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Credentials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C2A518DE-8BF7-476B-9AB7-DC608131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Argon2/bcrypt, salt и cost защищают password; token rotation/revoke управляет сессией.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BB6550F8-E1F2-43BA-847A-64BCFDD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35ECBC99-43BE-4FFF-A987-E88713D4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Authorization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8AA9B8C1-7B39-449A-B468-2E9BA6F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Filter chain создаёт principal, RBAC и ownership проверяют действие над конкретным ресурсом.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505FEB6C-BBC6-409B-8858-399CC32D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A17BD7B7-15AD-436E-BBFA-03698B45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Abuse resistance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0CB4FF13-2700-4668-9C93-729EE3F1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OWASP API risks, secrets, rate abuse и безопасный audit ограничивают ущерб.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50115-66DE-44E5-B991-648CB59F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353677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DE3FED30-6337-4ABE-8A3F-88FF9EAA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Authentication не заменяет проверку владения ресурсом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C669E673-A237-43ED-9B46-1661301F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1AE1E6FB-D915-4B6A-93D9-43E084A0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Password hash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81B067CE-ED87-4E3C-81F3-4720D66E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Хранится результат медленной password KDF; plaintext и обратимое шифрование недопустимы.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AAD539A3-E386-4277-9A58-D7E548E8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5536838F-9834-4133-A943-75B858DB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Access / refresh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0ECBB33E-0D19-4402-8BA9-712D65FF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Короткий access подтверждает запрос, rotation refresh позволяет revoke и обнаружение replay.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4FBD47E3-9814-4EBF-A1BF-5556625C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1CE12B52-5B9A-432C-B89A-97676330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Ownership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246EEC76-09BF-4853-94BC-9797736B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Authenticated user всё ещё не имеет доступа к чужому account: object authorization обязательна.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C469529F-024D-4BFD-B205-E4106B6D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8757DCCE-BFFE-4F55-80C5-BB29C747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72A76606-2EF2-4209-9119-F44B83E0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Actor, operation и outcome логируются без password, tokens, secrets и лишних PII.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DCE92-9D29-494F-B048-6F777275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3390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D2F8FAA7-A1E7-4550-B293-0A54CF6E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Безопасный запрос проходит identity и object policy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07A44616-F88D-4BE8-81AE-CD359078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Только после двух проверок бизнес-use case получает actor и разрешённый resource.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EBA58E34-712F-4135-9E5B-2DFE276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B964A491-59A2-430F-A04C-E986F615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0E3211F7-6978-48EB-BE0D-516D6E47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AUTHN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5A52C716-993D-415F-8FCF-2001E631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credential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1FCB6F36-ECF5-46AA-AC45-4228D966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Filter проверяет token, срок, revoke state и создаёт principal.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769489A9-2EAE-483D-AC5B-EA6E0BFA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FC8D3B46-9E2C-4175-AD00-2AD6E1BA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AUTHZ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6E477F99-57F8-454E-99C1-BD03EAE9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Проверить действие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D7327A09-E8FC-4B6C-8E1C-A8FA4DE2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Role и ownership сопоставляются с target resource и operation.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9D53CC94-F0C4-45E9-84DD-E71DF628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BBAE0E56-18EA-4EC7-BD49-DA7F5D5D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AUDIT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D6D43EE2-ED87-471E-A7E0-C199C13A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Зафиксировать исход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E182A490-F2D8-4191-8447-EFB7EC3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Успех или отказ получает actor, requestId и безопасный event.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1F939-581D-4325-BFFF-B2187393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3686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2854D468-A20B-4DAA-B9C7-97CD824E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70B84B31-339B-47E8-B808-F079A2A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E24B39E0-5FD9-4132-9B7B-8869ABE5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./gradlew test   # login, rotation, replay и чужой account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E9F3CE40-721D-4537-9760-E45D0679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1DCBEEDE-EF22-4BEB-B58B-70366F58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6C472E4E-F748-4FA4-BF6D-5E18A40D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Реализовать register/login/refresh/logout.
- Хранить password и refresh только как hash.
- Защитить операции владельцу account.
- Добавить безопасный audit event.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99BC6F43-DB82-4DDF-BF94-438ED711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96D37F7C-96BB-4116-8EB0-045A85BA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D1A23603-7765-48B1-A957-1B4A9F3E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Negative tests различают 401 и 403.
- Replay refresh обнаруживается.
- Чужой account недоступен.
- В логах нет password/token/PII.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9A9B1-0BE0-40CD-9A8B-1FF3207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38582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6BF80283-E004-4B98-8334-E8172B46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0717C8FD-D973-4EC7-BCC8-EC195EC9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11585555-64C7-470D-827F-622F3AF8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06175044-5C29-4141-B87C-E8F7F05D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3353E134-A959-4BF6-B0B1-6DE2EBF7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Refresh session можно отозвать.
- Ownership подтверждён интеграционными тестами.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EC6585E2-0851-4443-AB86-C5EAEE44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482CB112-5847-47F5-98F3-E4B00B85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6CDF2DCC-6AFE-48C2-BBB8-A305CC06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Что нельзя класть в JWT payload?
- Почему 401 и 403 различаются?
- Как rotation обнаруживает replay?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25F49DC1-3020-4DB8-9EC1-1330E834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доказать DB и security guarantees настоящими integration tests.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75AD8-B823-404F-96CC-1F07FDAE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52298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2026-07-22T07:24:14.3360000Z</dcterms:created>
  <dcterms:modified xsi:type="dcterms:W3CDTF">2026-07-22T07:24:14.3360000Z</dcterms:modified>
</coreProperties>
</file>