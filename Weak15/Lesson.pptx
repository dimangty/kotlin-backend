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e83d192f54778" /><Relationship Type="http://schemas.openxmlformats.org/officeDocument/2006/relationships/extended-properties" Target="/docProps/app.xml" Id="R7229ba1a0b184dba" /><Relationship Type="http://schemas.openxmlformats.org/officeDocument/2006/relationships/officeDocument" Target="/ppt/presentation.xml" Id="R742a01f0a10b47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6b1cf18cd48ab"/>
  </p:sldMasterIdLst>
  <p:notesMasterIdLst>
    <p:notesMasterId xmlns:r="http://schemas.openxmlformats.org/officeDocument/2006/relationships" r:id="Rd633d4dd41014f4f"/>
  </p:notesMasterIdLst>
  <p:sldIdLst>
    <p:sldId xmlns:r="http://schemas.openxmlformats.org/officeDocument/2006/relationships" id="256" r:id="R1bf5862931ab44b8"/>
    <p:sldId xmlns:r="http://schemas.openxmlformats.org/officeDocument/2006/relationships" id="257" r:id="Rc5e1c03da49e4bdb"/>
    <p:sldId xmlns:r="http://schemas.openxmlformats.org/officeDocument/2006/relationships" id="258" r:id="R51c6d91ebbee40f9"/>
    <p:sldId xmlns:r="http://schemas.openxmlformats.org/officeDocument/2006/relationships" id="259" r:id="Reecbf7ea4b394994"/>
    <p:sldId xmlns:r="http://schemas.openxmlformats.org/officeDocument/2006/relationships" id="260" r:id="R636a3445d75940dc"/>
    <p:sldId xmlns:r="http://schemas.openxmlformats.org/officeDocument/2006/relationships" id="261" r:id="R79604468cf5a43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bab301840346e1" /><Relationship Type="http://schemas.openxmlformats.org/officeDocument/2006/relationships/slideMaster" Target="/ppt/slideMasters/slideMaster1.xml" Id="R1986b1cf18cd48ab" /><Relationship Type="http://schemas.openxmlformats.org/officeDocument/2006/relationships/notesMaster" Target="/ppt/notesMasters/notesMaster1.xml" Id="Rd633d4dd41014f4f" /><Relationship Type="http://schemas.openxmlformats.org/officeDocument/2006/relationships/presProps" Target="/ppt/presProps.xml" Id="R763d1df2f33a4a84" /><Relationship Type="http://schemas.openxmlformats.org/officeDocument/2006/relationships/tableStyles" Target="/ppt/tableStyles.xml" Id="R397bb2fa7c35400a" /><Relationship Type="http://schemas.openxmlformats.org/officeDocument/2006/relationships/slide" Target="/ppt/slides/slide1.xml" Id="R1bf5862931ab44b8" /><Relationship Type="http://schemas.openxmlformats.org/officeDocument/2006/relationships/slide" Target="/ppt/slides/slide2.xml" Id="Rc5e1c03da49e4bdb" /><Relationship Type="http://schemas.openxmlformats.org/officeDocument/2006/relationships/slide" Target="/ppt/slides/slide3.xml" Id="R51c6d91ebbee40f9" /><Relationship Type="http://schemas.openxmlformats.org/officeDocument/2006/relationships/slide" Target="/ppt/slides/slide4.xml" Id="Reecbf7ea4b394994" /><Relationship Type="http://schemas.openxmlformats.org/officeDocument/2006/relationships/slide" Target="/ppt/slides/slide5.xml" Id="R636a3445d75940dc" /><Relationship Type="http://schemas.openxmlformats.org/officeDocument/2006/relationships/slide" Target="/ppt/slides/slide6.xml" Id="R79604468cf5a43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2f5f437900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bf48ed6c364fea" /><Relationship Type="http://schemas.openxmlformats.org/officeDocument/2006/relationships/notesMaster" Target="/ppt/notesMasters/notesMaster1.xml" Id="R1ba72b297f39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dfa2016d844936" /><Relationship Type="http://schemas.openxmlformats.org/officeDocument/2006/relationships/notesMaster" Target="/ppt/notesMasters/notesMaster1.xml" Id="R71cd557d49c6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9c5b7c34b14013" /><Relationship Type="http://schemas.openxmlformats.org/officeDocument/2006/relationships/notesMaster" Target="/ppt/notesMasters/notesMaster1.xml" Id="R52ea36240e344a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949d6f899452d" /><Relationship Type="http://schemas.openxmlformats.org/officeDocument/2006/relationships/notesMaster" Target="/ppt/notesMasters/notesMaster1.xml" Id="Rcf34f3c7b8f647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7c38c76f2e4177" /><Relationship Type="http://schemas.openxmlformats.org/officeDocument/2006/relationships/notesMaster" Target="/ppt/notesMasters/notesMaster1.xml" Id="R514532ad0dc742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e08283e4b6498f" /><Relationship Type="http://schemas.openxmlformats.org/officeDocument/2006/relationships/notesMaster" Target="/ppt/notesMasters/notesMaster1.xml" Id="Ra895bb94cd8243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8002ab3e849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9ba3b15b4e4a35" /><Relationship Type="http://schemas.openxmlformats.org/officeDocument/2006/relationships/slideLayout" Target="/ppt/slideLayouts/slideLayout1.xml" Id="R1b3da6a82cf7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3da6a82cf7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1f9ec7b264693" /><Relationship Type="http://schemas.openxmlformats.org/officeDocument/2006/relationships/notesSlide" Target="/ppt/notesSlides/notesSlide1.xml" Id="R3cc56ba06cc84b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f6e949b4948db" /><Relationship Type="http://schemas.openxmlformats.org/officeDocument/2006/relationships/notesSlide" Target="/ppt/notesSlides/notesSlide2.xml" Id="R5a5fbb0f931c4e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d47b366a54b04" /><Relationship Type="http://schemas.openxmlformats.org/officeDocument/2006/relationships/notesSlide" Target="/ppt/notesSlides/notesSlide3.xml" Id="R566f8787efbd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a1be50cea407b" /><Relationship Type="http://schemas.openxmlformats.org/officeDocument/2006/relationships/notesSlide" Target="/ppt/notesSlides/notesSlide4.xml" Id="R6fd222ba83f3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3532d12a1441e" /><Relationship Type="http://schemas.openxmlformats.org/officeDocument/2006/relationships/notesSlide" Target="/ppt/notesSlides/notesSlide5.xml" Id="R5bd53f640bcf4c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39d55c2fc4137" /><Relationship Type="http://schemas.openxmlformats.org/officeDocument/2006/relationships/notesSlide" Target="/ppt/notesSlides/notesSlide6.xml" Id="R73296ef0a812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74403D48-D05D-4193-AF22-6200063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15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C59DB0A-AEBC-46D1-A625-D10B295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14D989A-3F05-48A5-8BCA-3A63243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EF6BE21-6602-4C19-A8F6-04ABF373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Ktor + PostgreSQL: интеграция и тесты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697DEAA3-EDD8-4B8D-B1DE-B6BC93B1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Перенести pool, migrations, locks, ledger и конкурентные тесты между Kotlin-фреймворками.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DA8B0282-290A-4E48-A369-5201EA98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87353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69054A21-E2D4-48AF-8A81-13CC583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2E9A93FD-A740-4DB4-86BB-A76A868C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Явный JDBC wrapper показывает точную границу Ktor/DB; инварианты остаются идентичными Spring-версии.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415D2D5B-EECF-4B82-A950-C572AD9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913C7FAC-CC77-4E1B-BA78-0D12E46A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Connection lifecycle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54BD6CA9-A19B-40ED-9B25-280ADFF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Hikari выдаёт connection, wrapper задаёт commit/rollback и возвращает ресурс в pool.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69AD8EEB-A5F6-49CD-B60F-7EEA6C9B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C86B5C15-D31D-4697-A003-D2967A5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Threading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D590672C-7929-40EF-A1C2-37FF32DB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Blocking JDBC вынесен с Netty event loop на Dispatchers.IO с ограниченной конкуренцией.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CDAB42AE-E8EC-4A25-A0E0-58D952F0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A038D587-E7AA-4D19-9074-E631F16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DB invariants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CEF36C9B-824B-4C98-8B35-D5B43AB8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Ordered locks, UNIQUE key и две ledger entries проверяются теми же Testcontainers-сценариями.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6B84A-A7A0-495A-8C5B-5355FF4E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8696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4A4BEF15-F17B-4581-A450-5ED91A9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Смена framework не должна менять денежный результат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296B5BF0-B690-4F96-B525-2D775265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991A3BC8-3C69-4C0E-A6E8-384C44D6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Transaction wrapper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4739DD84-EF59-4B4E-B69A-9BB75AE6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helper управляет autocommit, commit, rollback и закрытием connection для всего use case.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C78FE90F-852C-46A3-B81E-80E8DB81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CAF3ED96-D5DA-4C5C-94C5-F9B02672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Error mapping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A9A1F815-5EC2-4172-AACE-3ABE0AE5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SQLSTATE и domain errors преобразуются в стабильный HTTP-контракт на внешней границе.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F2C27827-447A-4FE9-BBD4-B7CBDBA5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AA32817D-3909-4036-BFA7-EE17163B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Principal ownership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C0B5CC12-7790-4A74-8A60-33E14C02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Authentication создаёт actor, service проверяет право на account перед locks и записью.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1E6894B5-DCDF-4DC2-BD3F-8F43408A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F842C3DA-07B5-48A2-9408-0D5F493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Concurrent test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F4E7AA19-10C0-4EEF-B683-12A30F7D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Тот же invariant test сравнивает реализацию Ktor с Spring без привязки к internals.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2E342-128C-4914-B397-37ADB79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9126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14FFFEBB-90BF-440C-B8C6-F6477933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Ktor handler делегирует одну JDBC transaction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17E09CBA-BFD6-42F6-AC0F-74CDF31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Event loop не блокируется, connection не утекает, rollback срабатывает на любой ошибке.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3FF42836-AA54-4CC6-9CFC-0A4A304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8C736610-2C82-41F1-B3F8-E2309F93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E016CADA-73A6-4AE8-991A-ED229410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ROUTE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A685E2DA-BEDD-49F2-9571-1A42DF08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Принять request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89C744B2-B279-423A-BE6C-B9E7B244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principal/DTO и перейти на blocking dispatcher.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585D4E56-3191-4E2C-8B8E-0482CD4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171BD84C-FF7C-456D-9EC4-7844FF6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TX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EAEE8C86-F11B-425E-B534-F33B5E2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Выполнить transfer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0C8F66D8-0AEC-4781-993A-BE754EA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 одном connection взять ordered locks, записать ledger и commit.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1EA65861-A629-467C-9504-09FDAC63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D717EF47-BBD8-4AC6-926A-9A82A350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MAP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FA161AA9-FC37-4F11-8A88-B1C38D48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Вернуть outcome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94AD254B-0A89-46CD-901A-30BDBC3A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Domain/SQL errors становятся HTTP response; resource освобождается.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2AD99-F19D-4C29-910B-D61ECED6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0346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8A2AD819-3298-4986-800F-5B3A0C48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FAE8C796-9164-4DA7-AB4F-CF716BA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2649AE1F-F4C8-41D8-9B69-A78068A2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run   # Flyway + Hikari + Ktor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FAF6969C-542B-4033-AE0F-0DDAA895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CBDE46A8-47E0-4846-AEA4-C29A227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A4C0E4B4-D793-4151-B93D-E8D9F4F0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Реализовать transfer transaction.
- Добавить ownership/JWT.
- Добавить bounded retry 40P01/40001.
- Сравнить Week7 и Week15.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77131469-491E-44F7-8FCE-E9602BD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4E6BED3F-FF1A-40C9-9FAA-C200FB4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C00F7BDA-6FD5-4CDB-B585-E044AEDD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Rollback работает после injected failure.
- UNIQUE key не допускает duplicate.
- Event loop не занят JDBC.
- Одинаковые invariants проходят в обоих stacks.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E9CAE-7AFB-4180-95DC-938B27D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1311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5617294E-6FC9-400B-8CE0-D48827BE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9E00679A-4F58-4F04-8393-BCD2D5C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C617665D-4331-40B8-A1A8-7EA4E93D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8183646B-D124-4195-A23B-3678EBF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3AEEDF29-D44C-4BED-B0BA-142DE6DD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Можешь аргументировать выбор stack.
- DB guarantees не потеряны при переносе.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C291ABF3-F387-4453-884E-D3D6B07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7F3D5903-1E34-49DB-A457-D950D683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6193D4C0-4E9B-4B69-9A5F-EAF3CCB5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Где закрывается connection?
- Почему JDBC нельзя на event loop?
- Что должно быть одинаковым в Spring/Ktor tests?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6DB040FE-9932-499D-8D10-D64512F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собрать все решения в один production-style fintech slice.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2893B-976F-40C9-A03B-9FC15458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6584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2026-07-22T07:24:16.1950000Z</dcterms:created>
  <dcterms:modified xsi:type="dcterms:W3CDTF">2026-07-22T07:24:16.1950000Z</dcterms:modified>
</coreProperties>
</file>