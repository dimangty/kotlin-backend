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7e4f94fc645ca" /><Relationship Type="http://schemas.openxmlformats.org/officeDocument/2006/relationships/extended-properties" Target="/docProps/app.xml" Id="Rbc8e9c1815be4509" /><Relationship Type="http://schemas.openxmlformats.org/officeDocument/2006/relationships/officeDocument" Target="/ppt/presentation.xml" Id="R4e1999202b4b49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334c26629b4ecb"/>
  </p:sldMasterIdLst>
  <p:notesMasterIdLst>
    <p:notesMasterId xmlns:r="http://schemas.openxmlformats.org/officeDocument/2006/relationships" r:id="R7916dc672343450b"/>
  </p:notesMasterIdLst>
  <p:sldIdLst>
    <p:sldId xmlns:r="http://schemas.openxmlformats.org/officeDocument/2006/relationships" id="256" r:id="Rd90d38a472e44776"/>
    <p:sldId xmlns:r="http://schemas.openxmlformats.org/officeDocument/2006/relationships" id="257" r:id="R075e9abad5094705"/>
    <p:sldId xmlns:r="http://schemas.openxmlformats.org/officeDocument/2006/relationships" id="258" r:id="R6598b69ea89b4b22"/>
    <p:sldId xmlns:r="http://schemas.openxmlformats.org/officeDocument/2006/relationships" id="259" r:id="R3d091c11fa5c4eb1"/>
    <p:sldId xmlns:r="http://schemas.openxmlformats.org/officeDocument/2006/relationships" id="260" r:id="Ra1ef909da16d4372"/>
    <p:sldId xmlns:r="http://schemas.openxmlformats.org/officeDocument/2006/relationships" id="261" r:id="R43ea67c5cb724b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02b7b286ad4c61" /><Relationship Type="http://schemas.openxmlformats.org/officeDocument/2006/relationships/slideMaster" Target="/ppt/slideMasters/slideMaster1.xml" Id="Rdf334c26629b4ecb" /><Relationship Type="http://schemas.openxmlformats.org/officeDocument/2006/relationships/notesMaster" Target="/ppt/notesMasters/notesMaster1.xml" Id="R7916dc672343450b" /><Relationship Type="http://schemas.openxmlformats.org/officeDocument/2006/relationships/presProps" Target="/ppt/presProps.xml" Id="R7f22404793284ac6" /><Relationship Type="http://schemas.openxmlformats.org/officeDocument/2006/relationships/tableStyles" Target="/ppt/tableStyles.xml" Id="R98fbf31805624a0d" /><Relationship Type="http://schemas.openxmlformats.org/officeDocument/2006/relationships/slide" Target="/ppt/slides/slide1.xml" Id="Rd90d38a472e44776" /><Relationship Type="http://schemas.openxmlformats.org/officeDocument/2006/relationships/slide" Target="/ppt/slides/slide2.xml" Id="R075e9abad5094705" /><Relationship Type="http://schemas.openxmlformats.org/officeDocument/2006/relationships/slide" Target="/ppt/slides/slide3.xml" Id="R6598b69ea89b4b22" /><Relationship Type="http://schemas.openxmlformats.org/officeDocument/2006/relationships/slide" Target="/ppt/slides/slide4.xml" Id="R3d091c11fa5c4eb1" /><Relationship Type="http://schemas.openxmlformats.org/officeDocument/2006/relationships/slide" Target="/ppt/slides/slide5.xml" Id="Ra1ef909da16d4372" /><Relationship Type="http://schemas.openxmlformats.org/officeDocument/2006/relationships/slide" Target="/ppt/slides/slide6.xml" Id="R43ea67c5cb724b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fcbc1c8576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b08a9c6c354702" /><Relationship Type="http://schemas.openxmlformats.org/officeDocument/2006/relationships/notesMaster" Target="/ppt/notesMasters/notesMaster1.xml" Id="Rdacf2584d7f646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2c1438e1654e0b" /><Relationship Type="http://schemas.openxmlformats.org/officeDocument/2006/relationships/notesMaster" Target="/ppt/notesMasters/notesMaster1.xml" Id="Rcb8b0400f94444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ec75fc36164566" /><Relationship Type="http://schemas.openxmlformats.org/officeDocument/2006/relationships/notesMaster" Target="/ppt/notesMasters/notesMaster1.xml" Id="Rb7ced93b36d4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e47fc80cdf4f63" /><Relationship Type="http://schemas.openxmlformats.org/officeDocument/2006/relationships/notesMaster" Target="/ppt/notesMasters/notesMaster1.xml" Id="R26eb21e5ecc54c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165bffbbf94298" /><Relationship Type="http://schemas.openxmlformats.org/officeDocument/2006/relationships/notesMaster" Target="/ppt/notesMasters/notesMaster1.xml" Id="R86a27c4ca1bd41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c4e82508ce48e8" /><Relationship Type="http://schemas.openxmlformats.org/officeDocument/2006/relationships/notesMaster" Target="/ppt/notesMasters/notesMaster1.xml" Id="Rd06fe2e3584945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ecf90ed1944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fe24ebde0446e5" /><Relationship Type="http://schemas.openxmlformats.org/officeDocument/2006/relationships/slideLayout" Target="/ppt/slideLayouts/slideLayout1.xml" Id="R715b6b3f09124f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5b6b3f09124f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5e76b69434ebc" /><Relationship Type="http://schemas.openxmlformats.org/officeDocument/2006/relationships/notesSlide" Target="/ppt/notesSlides/notesSlide1.xml" Id="Re2849bfd6eb54d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b60e12307460e" /><Relationship Type="http://schemas.openxmlformats.org/officeDocument/2006/relationships/notesSlide" Target="/ppt/notesSlides/notesSlide2.xml" Id="Rb702ed7b377d46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c0ad7c41040ec" /><Relationship Type="http://schemas.openxmlformats.org/officeDocument/2006/relationships/notesSlide" Target="/ppt/notesSlides/notesSlide3.xml" Id="Ra3385e65bd6b4b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9160c01764d80" /><Relationship Type="http://schemas.openxmlformats.org/officeDocument/2006/relationships/notesSlide" Target="/ppt/notesSlides/notesSlide4.xml" Id="R34897a5dcb7640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c1753871d4ec1" /><Relationship Type="http://schemas.openxmlformats.org/officeDocument/2006/relationships/notesSlide" Target="/ppt/notesSlides/notesSlide5.xml" Id="R208d57cf0ec64a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a0194de9b4f9a" /><Relationship Type="http://schemas.openxmlformats.org/officeDocument/2006/relationships/notesSlide" Target="/ppt/notesSlides/notesSlide6.xml" Id="Rcd1c81d32d1d49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8CF6DF1C-35F5-4A35-BE45-42D94405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16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DDF69358-DF8F-4886-9F02-D2573E1E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9815FDD-3732-47FD-B975-1BD675A2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80D7D863-C299-4CA7-9F62-D9654E3A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Финальный финтех-срез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DFAB00A3-C2DA-4431-ADFF-EC67A8D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Показать законченный вертикальный сценарий и защитить решения SQL-планами, tests и failure analysis.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C8A24208-7FF9-4010-8419-4F506A79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216645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11459845-4D73-43A9-B99B-76D2BB2B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AB6822A7-3CE0-4796-811C-4458CEC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Финал связывает API, schema, transactions, indexes, security, observability и deploy в один reviewable flow.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77EA22D9-38D9-4A6B-A03A-79302134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701F7E5F-8A0A-4EFD-9EC9-F6DCD898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System design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45C1AF59-FF77-4C20-ACD9-AC05406B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Contract, schema, transaction boundaries, indexes и capacity assumptions образуют целую систему.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572F2F80-A24A-4CF4-809A-17FFC7E2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01F6823A-DA91-4DD4-8A90-2F106459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Correctness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942F9F5F-CECB-470B-ADCA-9E5D4F3C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Idempotent retry, ordered locks, ledger, audit и concurrent processing сохраняют деньги.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71BD1881-8778-4E31-8FD9-C56F048E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E522B404-C78F-4E9D-A61D-8DB56B87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Production evidence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0E605060-2851-46C1-A2DA-B7361202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Threat model, metrics, EXPLAIN, tests, rollback и README позволяют провести строгий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ED402-5C83-4457-9EBA-C567426A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895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16C4DCD8-E94B-4905-B60E-8C66840C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Архитектурное решение должно отвечать на failure mode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5515ED4C-5E1D-4A2C-90AA-CF6F89A7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565172E2-4C33-4801-A2B3-39766875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Mutable balance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019F8AC0-A4F6-47C1-AE81-4DF4AAA9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Быстрый projection требует locks/atomic update и проверки против immutable ledger.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5EF1EF8D-4E1A-4548-BAB9-A00A079A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670AF83B-EF2D-44C3-9CBA-B8FDDFE0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Ledger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0A3D1BE1-1D70-4165-9F42-B4FE8B00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Неизменяемая двусторонняя история поддерживает audit, reconciliation и восстановление projection.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F2276582-F890-4E58-BD66-4F5EF003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32A954D7-F14F-4A9C-8610-BDEF7E01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Idempotent operation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FD257EF6-12A7-4411-9DA5-3B600D90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 key, stable result и transactional UNIQUE защищают timeout/retry.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BDC56C72-699D-4D9A-8C8C-C17F7B08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0FF543DD-E29C-48A1-942B-23C046EE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Outbox boundary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402B6770-7FD1-4814-9515-159AED0D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Событие фиксируется рядом с бизнес-изменением и публикуется отдельно без dual write.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FCF3F-FD8E-437D-BA50-E73591C6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5732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7E6A5648-AA62-4EE1-BF65-9187E4B5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Demo проходит happy path и три отказа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364DAA7F-3F7B-4EC7-8346-DB58ED71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Ценность финала - не в количестве endpoint, а в доказательстве поведения при повторе и конкуренции.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8D6B0C45-25CF-4F6C-A950-2A803955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8ED39DE7-1D64-400E-B31C-E2D659BF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5771AD21-CAC6-49CD-BB62-E40764D9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CREATE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D0785184-A6C1-4293-8CF1-36858CB6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Создать transfer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054383EA-607D-4E06-90B6-D9DC1785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ownership, key, balances; взять locks и записать ledger/audit.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D4F235EA-E053-4557-8308-9BC95014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8CDE8BC5-26F3-4523-9C5E-79AE1A51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RETRY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22BC0C47-A91D-46D3-A524-574720DA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Повторить после timeout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DFFD2963-3BB1-4CEF-852A-25439A9A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Вернуть тот же operation/result без нового движения денег.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9312D8C0-2DC8-4E98-9283-9C5787E9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2011C723-B5AB-43E9-96E4-3B87BD3C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COMPETE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C77C1B0A-2053-4688-8982-C2EB1D78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Запустить конкурентов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59D1897C-AE87-477E-A9A4-44991347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50 parallel transfers сохраняют сумму, pagination и metrics наблюдаемы.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5607B-6F40-49DA-9676-2C1B3B11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0504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A5ADCCFE-F3BA-4D73-8DEA-198D0DC3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A2473B39-D087-4BFF-BC40-0BDCABA6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8E129606-F9E7-433C-8876-9B4F24A2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&amp;&amp; ./gradlew test   # затем production-style demo/review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00D32A8C-30C4-478C-94B5-CCC03702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2CF6C438-7872-48ED-A221-4145DCF1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417C8E75-E8AD-4D1B-8357-AE5837E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Провести idempotent transfer demo.
- Проверить rollback after injected failure.
- Снять EXPLAIN на 1M ledger entries.
- Пройти mock review/interview.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3135B4F6-67FD-438D-BDD1-9F186CA4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7BC21FC9-95DB-4DB1-8355-38EECC45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DB774D20-D09A-44E7-85EC-DCA9C5A4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README содержит ER и decisions.
- Есть transaction/deadlock timeline.
- Concurrent tests сохраняют invariants.
- Audit, metrics и cursor history связаны operation 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0FFD2-D729-4AC3-92F2-F9FA9D3F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2250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F9FF4C68-7EA0-4D59-B6E4-FAAA4C09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868D788E-DBAC-4A2A-9F18-49F4ABFE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134889DC-6246-4256-A645-2F33F04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3EBE5AD0-3237-411B-91B5-BFB71B8D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CF5A589C-B8CB-46EA-85A4-46E3E383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Защищаешь решения фактами и plans.
- Можешь безопасно взять небольшую backend-задачу под review.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4E4D5E43-CA9E-4E97-A3E6-4F51AE65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24AD2467-FEB9-4551-A0E6-B9981672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15607E5A-A4CC-4946-892B-8BD4184E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Где проходит transaction boundary?
- Как система ведёт себя после unknown outcome?
- Какой plan и почему выбран?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AA1BA4D9-B5FD-4E76-B76A-1D0E18B6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Курс завершён: следующий этап - реальные небольшие задачи под production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40571-E903-450E-8F4B-7DB8D8F8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7806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2026-07-22T07:24:16.4830000Z</dcterms:created>
  <dcterms:modified xsi:type="dcterms:W3CDTF">2026-07-22T07:24:16.4830000Z</dcterms:modified>
</coreProperties>
</file>