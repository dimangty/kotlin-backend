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24dbaa44c478f" /><Relationship Type="http://schemas.openxmlformats.org/officeDocument/2006/relationships/extended-properties" Target="/docProps/app.xml" Id="Ra33ad55b265e4a51" /><Relationship Type="http://schemas.openxmlformats.org/officeDocument/2006/relationships/officeDocument" Target="/ppt/presentation.xml" Id="Rab4a432ba005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a4a59c81f46a7"/>
  </p:sldMasterIdLst>
  <p:notesMasterIdLst>
    <p:notesMasterId xmlns:r="http://schemas.openxmlformats.org/officeDocument/2006/relationships" r:id="R7d11143924ad4410"/>
  </p:notesMasterIdLst>
  <p:sldIdLst>
    <p:sldId xmlns:r="http://schemas.openxmlformats.org/officeDocument/2006/relationships" id="256" r:id="Rdb9fbbec0a58479c"/>
    <p:sldId xmlns:r="http://schemas.openxmlformats.org/officeDocument/2006/relationships" id="257" r:id="R546152b1953d4a95"/>
    <p:sldId xmlns:r="http://schemas.openxmlformats.org/officeDocument/2006/relationships" id="258" r:id="Rdc5eb916aa5c4c72"/>
    <p:sldId xmlns:r="http://schemas.openxmlformats.org/officeDocument/2006/relationships" id="259" r:id="R20bf30126d824211"/>
    <p:sldId xmlns:r="http://schemas.openxmlformats.org/officeDocument/2006/relationships" id="260" r:id="R8ae61aab3e494fc5"/>
    <p:sldId xmlns:r="http://schemas.openxmlformats.org/officeDocument/2006/relationships" id="261" r:id="Raa5a393ff68544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e8d0511f74731" /><Relationship Type="http://schemas.openxmlformats.org/officeDocument/2006/relationships/slideMaster" Target="/ppt/slideMasters/slideMaster1.xml" Id="Rcc1a4a59c81f46a7" /><Relationship Type="http://schemas.openxmlformats.org/officeDocument/2006/relationships/notesMaster" Target="/ppt/notesMasters/notesMaster1.xml" Id="R7d11143924ad4410" /><Relationship Type="http://schemas.openxmlformats.org/officeDocument/2006/relationships/presProps" Target="/ppt/presProps.xml" Id="R8fee240c5fd64752" /><Relationship Type="http://schemas.openxmlformats.org/officeDocument/2006/relationships/tableStyles" Target="/ppt/tableStyles.xml" Id="R7bd6c0f6971c40d4" /><Relationship Type="http://schemas.openxmlformats.org/officeDocument/2006/relationships/slide" Target="/ppt/slides/slide1.xml" Id="Rdb9fbbec0a58479c" /><Relationship Type="http://schemas.openxmlformats.org/officeDocument/2006/relationships/slide" Target="/ppt/slides/slide2.xml" Id="R546152b1953d4a95" /><Relationship Type="http://schemas.openxmlformats.org/officeDocument/2006/relationships/slide" Target="/ppt/slides/slide3.xml" Id="Rdc5eb916aa5c4c72" /><Relationship Type="http://schemas.openxmlformats.org/officeDocument/2006/relationships/slide" Target="/ppt/slides/slide4.xml" Id="R20bf30126d824211" /><Relationship Type="http://schemas.openxmlformats.org/officeDocument/2006/relationships/slide" Target="/ppt/slides/slide5.xml" Id="R8ae61aab3e494fc5" /><Relationship Type="http://schemas.openxmlformats.org/officeDocument/2006/relationships/slide" Target="/ppt/slides/slide6.xml" Id="Raa5a393ff685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804c7c670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97aa0c1fb4ebb" /><Relationship Type="http://schemas.openxmlformats.org/officeDocument/2006/relationships/notesMaster" Target="/ppt/notesMasters/notesMaster1.xml" Id="Rfcff29f866fd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70c8d3ba344118" /><Relationship Type="http://schemas.openxmlformats.org/officeDocument/2006/relationships/notesMaster" Target="/ppt/notesMasters/notesMaster1.xml" Id="R815de19dab4643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4ec9671fe4fcd" /><Relationship Type="http://schemas.openxmlformats.org/officeDocument/2006/relationships/notesMaster" Target="/ppt/notesMasters/notesMaster1.xml" Id="R6ee5ba97744e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2ef1d8695417d" /><Relationship Type="http://schemas.openxmlformats.org/officeDocument/2006/relationships/notesMaster" Target="/ppt/notesMasters/notesMaster1.xml" Id="R253384a7014e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88d72e0774c2d" /><Relationship Type="http://schemas.openxmlformats.org/officeDocument/2006/relationships/notesMaster" Target="/ppt/notesMasters/notesMaster1.xml" Id="R5adc9d56958047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99998220b446c" /><Relationship Type="http://schemas.openxmlformats.org/officeDocument/2006/relationships/notesMaster" Target="/ppt/notesMasters/notesMaster1.xml" Id="R6463ebe5b2c344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b190aa02c4b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9a37385e8f4496" /><Relationship Type="http://schemas.openxmlformats.org/officeDocument/2006/relationships/slideLayout" Target="/ppt/slideLayouts/slideLayout1.xml" Id="Rdd9c7f077bb1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9c7f077bb1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9d64079e4417f" /><Relationship Type="http://schemas.openxmlformats.org/officeDocument/2006/relationships/notesSlide" Target="/ppt/notesSlides/notesSlide1.xml" Id="Rc277eeef4421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2cb5c0b947d9" /><Relationship Type="http://schemas.openxmlformats.org/officeDocument/2006/relationships/notesSlide" Target="/ppt/notesSlides/notesSlide2.xml" Id="R7dfbfd40deff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eff1c90ce4a4e" /><Relationship Type="http://schemas.openxmlformats.org/officeDocument/2006/relationships/notesSlide" Target="/ppt/notesSlides/notesSlide3.xml" Id="R4d05a510141d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cc1fefef44c9d" /><Relationship Type="http://schemas.openxmlformats.org/officeDocument/2006/relationships/notesSlide" Target="/ppt/notesSlides/notesSlide4.xml" Id="R1b2c26193d47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88628d374ff5" /><Relationship Type="http://schemas.openxmlformats.org/officeDocument/2006/relationships/notesSlide" Target="/ppt/notesSlides/notesSlide5.xml" Id="Rf58296aa8f0247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9ee85f89e43eb" /><Relationship Type="http://schemas.openxmlformats.org/officeDocument/2006/relationships/notesSlide" Target="/ppt/notesSlides/notesSlide6.xml" Id="R01d9957b746042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DE6ADD55-8D06-41A1-A8BB-6625AB21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5-1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F1DBEE0-0FF0-434E-B54E-6EAE5ACD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6A5A4CA-24AA-458C-8F2B-C7FFF0FF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B99515E-BDA3-40E7-A0B7-570D938D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Индексы и планы через Spring API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DA6F994E-860E-4C86-BA72-C69C4896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Получать планы, actual rows и buffers из приложения и проверять стоимость учебных индексов.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0509747-4184-487C-831C-F55A5ED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545433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9D90D7F1-E29D-4A1A-B326-F56A925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59527333-CA52-4787-919F-9DE385A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API связывает пользовательский запрос с SQL и EXPLAIN, сохраняя PostgreSQL источником истины.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B3B5049D-69FA-4249-AA76-B2DFEB8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78C1816C-A0DC-4AB0-8FF6-5871E9F3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History query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88AC5ECF-7264-40D9-98AF-363C6F81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user_id, created_at и status задают составной индекс и ordering по времени.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8F1B274C-B001-409E-8717-96C2CD5F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7273A557-6845-4835-90B9-CF48645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 endpoint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51F89763-809D-4386-B5F6-6145109A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JSON-план возвращает node type, actual rows, buffers и Heap Fetches для сравнения.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DADD4576-B8CA-4AC7-AB62-35287CCF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6C7E5B92-B3C0-4AF1-9251-E3EC2ED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Index catalog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604CA69F-FC50-49B6-9FBE-E7E6E87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API и Flyway делают состав, размер и назначение индексов проверяемыми.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2268E-95F5-4B8B-8422-1F23E39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1581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9C673E22-5550-467A-8879-E1A4F8B8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доставляет параметры, PostgreSQL выбирает scan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0021395B-A5EE-49C2-992A-935A885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D3DD1B34-4791-489F-BC0F-CDD5007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Covering index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E53A93AA-A3D9-44FB-9D67-1C5C86D9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Ключи поддерживают поиск и сортировку, INCLUDE сокращает обращение к heap для projection.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2B2F405F-6CA5-4F99-87B9-A93007A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E5F303D3-72BA-49DE-8325-27752D47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Reverse order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58F00196-BC6C-4855-BB74-D33A686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Контрпример показывает, как первый ключ ограничивает применимость составного B-tree.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2664F2DC-20BE-42D3-AF43-05AE3BAB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4465C86E-8F9A-42A7-987E-3248C81C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Skew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EF1C431A-2EB9-4476-BCEE-72842C9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Около 2% PENDING делает partial index маленьким и потенциально выгодным.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EAEA5C32-D2FC-45B4-B929-A89A06D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703934DB-DE24-47F9-9861-E2434406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Visibility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6F20CF04-5CBA-4EA2-B0D7-E40528A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После UPDATE Heap Fetches растут; VACUUM может вернуть преимущества index-only доступа.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D0842-A85F-4E9D-A7A6-499E5A60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6641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FE50A499-802E-4B1B-BDB1-1E6EFBF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Параметры endpoint превращаются в доказуемый план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DF6716EC-923C-4AC9-95B7-3477F9D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Сравнение корректно, если SQL, данные и измеряемые поля остаются теми же.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137B22B9-6B0B-49BA-841F-460EB5D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1A3467A-78CF-4320-97D6-1D03BE5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135DB5E3-C293-412B-9054-1388EE5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API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2E69D8D2-5C1C-4989-9E11-A515C154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Задать запрос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FC28AA30-1C35-4252-BFF3-F7CC9BD5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userId, from и filters формируют точный SQL history/pending.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1EDB6CAC-BD0A-49BE-9504-EBB81519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9518E90-04A0-4BCB-8F9D-C2261521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EXPLAIN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B639F292-6584-4A91-991C-88F12B8D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Снять evidence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4A374AD0-16A5-4789-B0FE-D068656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Получить actual rows, buffers, Heap Fetches и execution time.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269090EB-0188-46E7-86D4-0CF8006B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DEE2AA6-C037-4353-9347-415EC4A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DECIDE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49C8AF59-7DCF-4C59-9E9B-80AA31B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Оценить trade-off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F6310903-EFC3-428A-A3B8-FB91C0C4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Сопоставить ускорение чтения с размером и массовой вставкой.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5327D-4788-434E-9808-85D32E6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0527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A210EBA4-155C-41F1-AE50-D20BB34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3B0630DA-214A-4833-B8E2-72FBF29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98A46E59-F397-4360-A117-B42E7E2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bootRun   # PostgreSQL :5435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EE3392F1-D38B-427B-B390-846C415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95C5710E-44AE-43F8-90C9-6529B67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C88AC44E-628D-415B-995D-2FEDB329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Сгенерировать 50 000+ payments.
- Сравнить оба порядка index keys.
- Проверить pending partial index.
- Выполнить UPDATE, VACUUM и повторный plan.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65B3A2D4-2D4A-49AE-A57E-7F202E0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7525ED1E-A7D2-4C18-A0E4-64395C8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99ADEE0A-5B72-446A-9FEB-927C4C68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Plan endpoint показывает buffers.
- Тест подтверждает Index Only Scan.
- Все учебные indexes присутствуют.
- Вывод включает цену массового INSERT.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CBF9F-6B69-49CA-BF0E-0BD4EBEA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2129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F25F24D5-8C04-4F1F-AD8C-49C52DE1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43079C5D-4D7B-4A5B-9CBA-67C2B93F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04E01589-F8B5-4AE5-8638-DF30636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4A7361FB-7387-4391-A435-4E9803B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720D8DB7-7D07-4D6F-BA60-90AF1B8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связать endpoint с конкретным SQL.
- Каждый индекс имеет измеренный эффект.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E190ED78-C0F5-4763-8C56-B99B79F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218C15B5-BC90-450B-8AE3-74BA033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D9C228C5-4C46-4242-B52B-0FB9A940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Когда INCLUDE не даёт index-only scan?
- Почему predicate partial index должен совпасть?
- Где виден skew?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85BBE01C-D42F-489D-814B-ADD8BF1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завершено: HTTP-запрос объясняется планом PostgreSQL.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C1421-3156-44FD-BDC2-869B4C25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8338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2026-07-22T07:24:12.8070000Z</dcterms:created>
  <dcterms:modified xsi:type="dcterms:W3CDTF">2026-07-22T07:24:12.8070000Z</dcterms:modified>
</coreProperties>
</file>