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81005b09224fe6" /><Relationship Type="http://schemas.openxmlformats.org/officeDocument/2006/relationships/extended-properties" Target="/docProps/app.xml" Id="Rdc1b176306a34a3f" /><Relationship Type="http://schemas.openxmlformats.org/officeDocument/2006/relationships/officeDocument" Target="/ppt/presentation.xml" Id="R2e5007c9099d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003118fdd148ae"/>
  </p:sldMasterIdLst>
  <p:notesMasterIdLst>
    <p:notesMasterId xmlns:r="http://schemas.openxmlformats.org/officeDocument/2006/relationships" r:id="Rf99aa60c0f454cac"/>
  </p:notesMasterIdLst>
  <p:sldIdLst>
    <p:sldId xmlns:r="http://schemas.openxmlformats.org/officeDocument/2006/relationships" id="256" r:id="Rd5a3546c144b45d0"/>
    <p:sldId xmlns:r="http://schemas.openxmlformats.org/officeDocument/2006/relationships" id="257" r:id="Rcc8a232d9f444cc5"/>
    <p:sldId xmlns:r="http://schemas.openxmlformats.org/officeDocument/2006/relationships" id="258" r:id="Rf8bfe518e7e34809"/>
    <p:sldId xmlns:r="http://schemas.openxmlformats.org/officeDocument/2006/relationships" id="259" r:id="R3b4e25ca421147b9"/>
    <p:sldId xmlns:r="http://schemas.openxmlformats.org/officeDocument/2006/relationships" id="260" r:id="R888bf1a2fc064c47"/>
    <p:sldId xmlns:r="http://schemas.openxmlformats.org/officeDocument/2006/relationships" id="261" r:id="Rc0a4abe55d4645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f078c1979243c5" /><Relationship Type="http://schemas.openxmlformats.org/officeDocument/2006/relationships/slideMaster" Target="/ppt/slideMasters/slideMaster1.xml" Id="R94003118fdd148ae" /><Relationship Type="http://schemas.openxmlformats.org/officeDocument/2006/relationships/notesMaster" Target="/ppt/notesMasters/notesMaster1.xml" Id="Rf99aa60c0f454cac" /><Relationship Type="http://schemas.openxmlformats.org/officeDocument/2006/relationships/presProps" Target="/ppt/presProps.xml" Id="R87849b422e1c48c0" /><Relationship Type="http://schemas.openxmlformats.org/officeDocument/2006/relationships/tableStyles" Target="/ppt/tableStyles.xml" Id="R6781d6d39ece4bdf" /><Relationship Type="http://schemas.openxmlformats.org/officeDocument/2006/relationships/slide" Target="/ppt/slides/slide1.xml" Id="Rd5a3546c144b45d0" /><Relationship Type="http://schemas.openxmlformats.org/officeDocument/2006/relationships/slide" Target="/ppt/slides/slide2.xml" Id="Rcc8a232d9f444cc5" /><Relationship Type="http://schemas.openxmlformats.org/officeDocument/2006/relationships/slide" Target="/ppt/slides/slide3.xml" Id="Rf8bfe518e7e34809" /><Relationship Type="http://schemas.openxmlformats.org/officeDocument/2006/relationships/slide" Target="/ppt/slides/slide4.xml" Id="R3b4e25ca421147b9" /><Relationship Type="http://schemas.openxmlformats.org/officeDocument/2006/relationships/slide" Target="/ppt/slides/slide5.xml" Id="R888bf1a2fc064c47" /><Relationship Type="http://schemas.openxmlformats.org/officeDocument/2006/relationships/slide" Target="/ppt/slides/slide6.xml" Id="Rc0a4abe55d4645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a93cc7535f4c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009d3408e4490" /><Relationship Type="http://schemas.openxmlformats.org/officeDocument/2006/relationships/notesMaster" Target="/ppt/notesMasters/notesMaster1.xml" Id="Rb84f6d4e23a84c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c5736f3c304ce0" /><Relationship Type="http://schemas.openxmlformats.org/officeDocument/2006/relationships/notesMaster" Target="/ppt/notesMasters/notesMaster1.xml" Id="R97a611bfeb4345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b7948759ae474c" /><Relationship Type="http://schemas.openxmlformats.org/officeDocument/2006/relationships/notesMaster" Target="/ppt/notesMasters/notesMaster1.xml" Id="Rc4676d0018bd48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91c72e65674fe6" /><Relationship Type="http://schemas.openxmlformats.org/officeDocument/2006/relationships/notesMaster" Target="/ppt/notesMasters/notesMaster1.xml" Id="Rb6bcbb933ee3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623939628041de" /><Relationship Type="http://schemas.openxmlformats.org/officeDocument/2006/relationships/notesMaster" Target="/ppt/notesMasters/notesMaster1.xml" Id="Rded3a25e97c5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07954b8ad4288" /><Relationship Type="http://schemas.openxmlformats.org/officeDocument/2006/relationships/notesMaster" Target="/ppt/notesMasters/notesMaster1.xml" Id="Rc20581b4c31f46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b7a6178ba45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ae6498fef457d" /><Relationship Type="http://schemas.openxmlformats.org/officeDocument/2006/relationships/slideLayout" Target="/ppt/slideLayouts/slideLayout1.xml" Id="R09dbdd1747c6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bdd1747c6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bcb45c5e9468b" /><Relationship Type="http://schemas.openxmlformats.org/officeDocument/2006/relationships/notesSlide" Target="/ppt/notesSlides/notesSlide1.xml" Id="R9b7692a12ee64a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9a89a3ca54d99" /><Relationship Type="http://schemas.openxmlformats.org/officeDocument/2006/relationships/notesSlide" Target="/ppt/notesSlides/notesSlide2.xml" Id="R55b647f5aac943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de985a0f64d15" /><Relationship Type="http://schemas.openxmlformats.org/officeDocument/2006/relationships/notesSlide" Target="/ppt/notesSlides/notesSlide3.xml" Id="Rfaae10745fc243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d0b81fd4b459e" /><Relationship Type="http://schemas.openxmlformats.org/officeDocument/2006/relationships/notesSlide" Target="/ppt/notesSlides/notesSlide4.xml" Id="R3f47705b8b314b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e42eaa7eb4c5a" /><Relationship Type="http://schemas.openxmlformats.org/officeDocument/2006/relationships/notesSlide" Target="/ppt/notesSlides/notesSlide5.xml" Id="Rabc96b840b0448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9e11f292540cf" /><Relationship Type="http://schemas.openxmlformats.org/officeDocument/2006/relationships/notesSlide" Target="/ppt/notesSlides/notesSlide6.xml" Id="R682701b5471044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C6E6E0D9-0068-4F01-8119-27E434E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4-1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1872D0AC-525B-4384-A5EC-F7699C66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F3EC002-01AA-4D69-B1A2-54819399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4A05BECF-F6CC-40B2-BF90-6BA9906C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B-tree через Spring API и EXPLAIN JSON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5BA9FD22-7307-4E91-ADE9-B1D5D03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Связать endpoint, реальный план PostgreSQL и физические размеры heap/индексов.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FF6070ED-BEB4-4774-B9E8-F457BC8E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571891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7CBD63C3-8EDF-469C-82AF-ADA2973A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32610D7C-4F82-408A-9AEE-02388F31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Расширение делает лабораторию воспроизводимой через API, но решение по индексу принимает planner.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A0E8A3C2-A37F-4C73-A80A-8CD032C6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C8EE4B54-E334-4A07-BD95-FF771230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Генератор данных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410439A7-56D0-4A28-AA22-9DFFD531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API создаёт контролируемый объём и распределение событий для честного эксперимента.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940FB2E9-1C33-4776-8E59-90C7E014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0A5AB034-097C-43CC-99F7-EF537A5F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План запроса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DA46AB83-39F1-4002-AA12-ED8D68F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ANALYZE BUFFERS FORMAT JSON возвращает scan type, rows и I/O evidence.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6FB432B8-162B-42E2-BF2C-BCE8FDEE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F0241D76-0959-480A-A530-AB34BC75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Физическая цена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C9A5CA62-280B-4BD2-8212-F19497FD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Размеры heap/индексов и скорость вставки показывают стоимость ускорения чтения.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37A84-40FA-49A5-A9AA-CA0600DA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49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C6956063-BA86-458B-884E-7141B31E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API не заменяет план - он делает его наблюдаемым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912F85E6-C3FE-4C8D-B638-DC280E7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67790BD0-2B08-40FA-A40E-EF1B2EA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UUID lookup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BBFEF7ED-E303-4AD4-9F12-CFFC7CBB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Высокая селективность делает B-tree естественным кандидатом для точечного поиска.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4B8E008B-AA90-41D3-AE25-1B1F4EF8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9C0D6E1E-D1BE-4915-A98F-6F87077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Status lookup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0B8B5F0F-8067-4EA8-9C3F-2771D27A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Частое значение возвращает большую долю таблицы, поэтому Seq Scan может быть дешевле.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B07B0F74-DC9A-4983-852B-35E7876F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2C11B65E-0384-491E-B936-C25E743F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Distribution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7CDAB39C-55F6-46E1-A4DF-6A84269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Без знания частот нельзя объяснить решение planner даже при существующем индексе.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6F3E85DE-35FD-4894-A38D-00DC2BDD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99723F41-59BE-4569-832D-699E0B68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Sizes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E400B407-1B85-48FB-B8D6-AE2C1FE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pg_relation_size и pg_indexes_size переводят архитектурное решение в байты хранения.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7694E-BB4A-476C-BE83-FC4930A8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5637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EBC9CDFA-A33C-402D-BFDB-C231DADF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Эксперимент начинается с данных и заканчивается выводом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114E4E4B-A03A-4609-9F98-FEDEADD7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Удаление и возврат индекса полезны только при одинаковом запросе и сопоставимом cache state.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C683E270-6211-48EF-A260-384E6103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A18A39F7-8C29-4EA4-85EC-81B4683E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12366CD9-D214-4D85-8B79-EF19028C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GENERATE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26ECA615-143E-41A0-8EB5-69D6A63B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Создать выборку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38FCDC9E-DB9F-46F3-AA07-05BCC28A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Задать count и распределение, затем выполнить ANALYZE.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DE1A258C-BC7A-474C-B9A8-983DF579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0C9B2AA8-4E6F-4E2C-8EE7-FF1A8413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MEASURE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F9D025FD-AECA-4E3D-8BB0-555B941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Снять plan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A60B0F42-3A9B-4501-857C-507A4887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Сравнить node type, actual rows, buffers и execution time.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DFBE9041-0B05-4686-B1DA-E43232E5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5EECA91D-5B86-4E5E-80A1-011BC8A3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EXPLAIN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9D00CDB4-9B34-4639-91DC-CF066AF8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Объяснить выбор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CA9018C9-1BB6-42EC-9C94-D3CD528E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Связать selectivity, I/O и write overhead с решением planner.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DC994-8E1C-403B-8FC8-611C58D1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068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F6A4ED22-E38B-4C2F-82CE-691DC23B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F1614112-A17F-46FA-9DDD-A7BB7CEC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48779EDE-9DEC-4605-8C0C-214B3CAD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./gradlew bootRun   # PostgreSQL :5434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8E1DEBE0-C0D3-48F4-AC5A-ECA3A40E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033107D5-949F-4F53-98B6-07A4F7E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CF25980C-36B8-49EA-A9A5-24359E9E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Сгенерировать 10 000, затем 1 000 000 events.
- Сравнить UUID plan без/с index.
- Проверить status='DONE'.
- Сравнить 0, 1 и 3 secondary indexes.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A96AD608-4996-4969-9E87-66215C0D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D128EAB9-F480-42AF-B6C3-44F82E00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07703AF3-91AD-406A-92A8-11732023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API возвращает actual rows и buffers.
- Status демонстрирует Seq Scan на skew.
- Размер индексов зафиксирован.
- Testcontainers подтверждает UUID B-tree.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1AD3C-9E4D-4CF3-B380-8373C5EE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1750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E8E7A901-6FF5-47B5-924E-6B4F2B60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3B382AEF-9CA6-42A7-BB62-4444A160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2D32D8A5-5589-453B-BDAF-EA1C320C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33997D78-2033-4FF4-B534-7B72555B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A81A67DF-564B-4771-9164-D7EC4AD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Можешь объяснить JSON-plan словами.
- Вывод опирается на данные, а не наличие аннотации.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54A3E3D3-4ED1-4907-9C0A-F0EC84EF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B11A2169-6EAB-48A3-8919-65137225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5CA1AAC4-5CB6-4E78-8119-19E78055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Почему cache искажает сравнение?
- Что меняет random UUID?
- Какая часть cost относится к heap?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A790FEDE-30A6-4C55-8967-A3CE85A5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Расширение завершено: индекс подтверждён plan и измерениями.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C661C-D4D2-4273-A09D-556F2B3C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0598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2026-07-22T07:24:12.1590000Z</dcterms:created>
  <dcterms:modified xsi:type="dcterms:W3CDTF">2026-07-22T07:24:12.1590000Z</dcterms:modified>
</coreProperties>
</file>