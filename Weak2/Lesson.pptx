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b8b399156f470d" /><Relationship Type="http://schemas.openxmlformats.org/officeDocument/2006/relationships/extended-properties" Target="/docProps/app.xml" Id="R36d2ce4b36ae4742" /><Relationship Type="http://schemas.openxmlformats.org/officeDocument/2006/relationships/officeDocument" Target="/ppt/presentation.xml" Id="R81810cf5dbda45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0f404ed6fd4edc"/>
  </p:sldMasterIdLst>
  <p:notesMasterIdLst>
    <p:notesMasterId xmlns:r="http://schemas.openxmlformats.org/officeDocument/2006/relationships" r:id="R6498a640f6a445f4"/>
  </p:notesMasterIdLst>
  <p:sldIdLst>
    <p:sldId xmlns:r="http://schemas.openxmlformats.org/officeDocument/2006/relationships" id="256" r:id="R477974f101c54bde"/>
    <p:sldId xmlns:r="http://schemas.openxmlformats.org/officeDocument/2006/relationships" id="257" r:id="Rf4ef7d5fc256435e"/>
    <p:sldId xmlns:r="http://schemas.openxmlformats.org/officeDocument/2006/relationships" id="258" r:id="R1917644e6d1946eb"/>
    <p:sldId xmlns:r="http://schemas.openxmlformats.org/officeDocument/2006/relationships" id="259" r:id="R27bccc6025cc48f7"/>
    <p:sldId xmlns:r="http://schemas.openxmlformats.org/officeDocument/2006/relationships" id="260" r:id="R2f1721f8fe5a440c"/>
    <p:sldId xmlns:r="http://schemas.openxmlformats.org/officeDocument/2006/relationships" id="261" r:id="Rd943de84450d44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c78195e5a04b62" /><Relationship Type="http://schemas.openxmlformats.org/officeDocument/2006/relationships/slideMaster" Target="/ppt/slideMasters/slideMaster1.xml" Id="R160f404ed6fd4edc" /><Relationship Type="http://schemas.openxmlformats.org/officeDocument/2006/relationships/notesMaster" Target="/ppt/notesMasters/notesMaster1.xml" Id="R6498a640f6a445f4" /><Relationship Type="http://schemas.openxmlformats.org/officeDocument/2006/relationships/presProps" Target="/ppt/presProps.xml" Id="Rc8cc11135a2a4588" /><Relationship Type="http://schemas.openxmlformats.org/officeDocument/2006/relationships/tableStyles" Target="/ppt/tableStyles.xml" Id="R5fe187ebb6ca4a29" /><Relationship Type="http://schemas.openxmlformats.org/officeDocument/2006/relationships/slide" Target="/ppt/slides/slide1.xml" Id="R477974f101c54bde" /><Relationship Type="http://schemas.openxmlformats.org/officeDocument/2006/relationships/slide" Target="/ppt/slides/slide2.xml" Id="Rf4ef7d5fc256435e" /><Relationship Type="http://schemas.openxmlformats.org/officeDocument/2006/relationships/slide" Target="/ppt/slides/slide3.xml" Id="R1917644e6d1946eb" /><Relationship Type="http://schemas.openxmlformats.org/officeDocument/2006/relationships/slide" Target="/ppt/slides/slide4.xml" Id="R27bccc6025cc48f7" /><Relationship Type="http://schemas.openxmlformats.org/officeDocument/2006/relationships/slide" Target="/ppt/slides/slide5.xml" Id="R2f1721f8fe5a440c" /><Relationship Type="http://schemas.openxmlformats.org/officeDocument/2006/relationships/slide" Target="/ppt/slides/slide6.xml" Id="Rd943de84450d44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cae79dc8134c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51b56ef8a144f3" /><Relationship Type="http://schemas.openxmlformats.org/officeDocument/2006/relationships/notesMaster" Target="/ppt/notesMasters/notesMaster1.xml" Id="R7b2ba96638e04f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da4d007cdb45db" /><Relationship Type="http://schemas.openxmlformats.org/officeDocument/2006/relationships/notesMaster" Target="/ppt/notesMasters/notesMaster1.xml" Id="Rda1a0d1dc21f47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6ade45d70f48c3" /><Relationship Type="http://schemas.openxmlformats.org/officeDocument/2006/relationships/notesMaster" Target="/ppt/notesMasters/notesMaster1.xml" Id="R901f0dbc13f74c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372b41896e4f1f" /><Relationship Type="http://schemas.openxmlformats.org/officeDocument/2006/relationships/notesMaster" Target="/ppt/notesMasters/notesMaster1.xml" Id="Rf0816b049df945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94a5d7816d4329" /><Relationship Type="http://schemas.openxmlformats.org/officeDocument/2006/relationships/notesMaster" Target="/ppt/notesMasters/notesMaster1.xml" Id="R0a059f6f632645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686815b7ed405b" /><Relationship Type="http://schemas.openxmlformats.org/officeDocument/2006/relationships/notesMaster" Target="/ppt/notesMasters/notesMaster1.xml" Id="R2f7858f1434848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a6b9414e44c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12506d2b60417e" /><Relationship Type="http://schemas.openxmlformats.org/officeDocument/2006/relationships/slideLayout" Target="/ppt/slideLayouts/slideLayout1.xml" Id="R425ed05fdd5442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ed05fdd5442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2b3e56a754b53" /><Relationship Type="http://schemas.openxmlformats.org/officeDocument/2006/relationships/notesSlide" Target="/ppt/notesSlides/notesSlide1.xml" Id="R8e45fcac742141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776a9dd7f4504" /><Relationship Type="http://schemas.openxmlformats.org/officeDocument/2006/relationships/notesSlide" Target="/ppt/notesSlides/notesSlide2.xml" Id="R13dd17913db54b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53c68bd6e4cd1" /><Relationship Type="http://schemas.openxmlformats.org/officeDocument/2006/relationships/notesSlide" Target="/ppt/notesSlides/notesSlide3.xml" Id="R23dd847b72054b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18d88d78d4cda" /><Relationship Type="http://schemas.openxmlformats.org/officeDocument/2006/relationships/notesSlide" Target="/ppt/notesSlides/notesSlide4.xml" Id="R6f47e89ae9c04a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39c075c924079" /><Relationship Type="http://schemas.openxmlformats.org/officeDocument/2006/relationships/notesSlide" Target="/ppt/notesSlides/notesSlide5.xml" Id="Rd5f908eb56fe47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744d96ccf45f4" /><Relationship Type="http://schemas.openxmlformats.org/officeDocument/2006/relationships/notesSlide" Target="/ppt/notesSlides/notesSlide6.xml" Id="R6b043168ccae41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D10BD34C-59F8-4BEA-A706-B850F707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2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BC0FB741-9142-49BD-81C6-742FB874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8E177B1-2723-4360-A48C-5B87AB28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88645DDA-173F-4DA0-9F1D-446B1064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Spring MVC, REST, DTO и валидация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AA13EA79-CE35-4F78-9177-2A19C184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 корректный CRUD без базы и разделить транспортный, бизнес- и инфраструктурный код.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EEA1E9C-DCE1-4559-9288-16C75CBC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1829917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B712B2D0-7561-4A9F-A643-7DC9EFAA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C6B6CCD0-38B1-4A3D-8D4B-600E57BF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Надёжный API держится на ясных границах слоёв, стабильном контракте и негативных сценариях.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E05C2F51-CC78-4BC7-8B29-115C70FB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0343FB5C-A117-42A9-B745-3F930FCF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Границы слоёв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46F9CFED-488D-4DDC-ABC6-D9CD5057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Controller отвечает за транспорт, service - за use case, repository - за хранение.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5DD0F14A-6B66-41E0-9453-584C8E1E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E5D6EF84-8517-43A5-96AA-F1C857D4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Контракт API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5833A789-39BE-4CA4-918B-87D61E1D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Request/response DTO, validation, error contract, PUT/PATCH и pagination должны эволюционировать безопасно.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4E328A6D-BA8F-4F68-B69E-15EB2AAB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33178A53-1B62-4E2B-BC4C-3C70E25B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Совместимость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2FC8BDE1-0ED3-43D6-8BFE-FF159406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Старые мобильные клиенты требуют additive changes, предсказуемых defaults и стабильных кодов ошибок.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9AD07-8D4B-434C-9B2A-9172D2DA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9969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3F763CCB-766E-41BD-80F2-1ABE1FBE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Модели похожи внешне, но принадлежат разным слоям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6A3B76CB-B52C-4571-AD45-7820E23A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BD439684-99B7-4D99-A3BB-09B1BF0A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Transport DTO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376EC03B-094B-496E-AB1E-AF6888AB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Описывает JSON и validation. Не должен случайно раскрывать внутреннюю модель или схему хранения.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F2D273E8-FFDF-4817-84B6-FB6AD195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BCDAAFE6-9920-4429-9C20-876F136B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Domain model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EC4687AE-4C80-4684-9965-EDDC8155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Содержит язык предметной области и правила, не зависящие от HTTP или JPA.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A68EBC23-A3D0-4ED1-A03B-DFC6CCE4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B0BD845D-298F-476D-9726-FA40302D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Error contract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071502BD-4F76-4BD4-8368-74DBE182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code, message, details и requestId позволяют клиенту различать ошибки без парсинга текста.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52F607EF-6240-460A-8C4E-6D4EBAE5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7DD9551C-C672-4C1A-B48E-FB7EA443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Version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CD3FA044-2D28-4F66-94CA-21F70D5A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Оптимистическая версия превращает скрытый конфликт обновлений в явный ответ 409.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9D489-4E7F-4EDA-A9EB-A78D539F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61704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9784F0BF-C155-4C73-9984-D267CF3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case проходит слои в одном направлении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03F2EE9C-8AA7-400E-B4AD-D6B5B096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DTO преобразуется на границе, бизнес-решение принимается в service, хранение остаётся заменяемым.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5E2589DB-C91B-4877-BE08-FC0E31D1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A3C1D572-4A1B-4EA7-B8E0-1812BF27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66B81926-83B1-4BDE-867D-B3002103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CONTROLLER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FC6559C2-8E2D-4AFB-A655-BDA2D23A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запрос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29F0A083-CCB7-4C86-80A2-D7D312DA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Связать JSON, выполнить Bean Validation и выбрать HTTP status.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C18D3D83-2C17-4025-AEE2-4FF8FBA3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ED3E2BF2-E3E7-447A-B54D-33CE186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SERVICE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C557460D-D400-4547-B608-870A6E7A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Исполнить use case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EC6288F3-B38F-4678-AFCD-FD2808C2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правила, обновить version и вернуть доменный результат.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FD1E79C3-A4A4-4EB2-B14B-9F7D7FA5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D70E8211-B83A-4EB7-BAFF-F1E9C617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REPOSITORY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97CBA85E-7E04-4BE6-A2BD-860688AC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Сохранить состояние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AE583751-E412-4BBC-9747-E4811177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In-memory реализация скрыта интерфейсом и не диктует API-контракт.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CC510-20B8-45D3-AC16-E65A1830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7778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B785E0AF-654C-487E-813E-B7897355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860804C7-821D-4060-A844-20076703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BECB9E09-2B64-48ED-BF63-0CEFEEE7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./gradlew bootRun   # POST /notes и полный CRUD-контракт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3D0FCCBA-DFA6-4698-A601-0662CCFE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2C6916D2-5B3A-4233-932D-ED27530C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3D44FD76-0EFF-4E83-9E4D-53248EE2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Реализовать CRUD заметок.
- Добавить validation и единый error response.
- Различить PUT и PATCH семантически.
- Добавить pagination и optimistic version.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1172C179-2D7A-4A9C-AFBD-993586DE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24490D2A-74B3-47E1-9E6C-70E9FDFF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35203D15-BFDE-4D47-AF48-5D607440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Web-тесты покрывают 201, 204, 400, 404 и 409.
- Controller не содержит бизнес-логики.
- DTO не используются как persistence entity.
- Старый клиент не ломается от нового поля.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A3740-905D-4716-A159-62E725AE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83834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213FB4C5-5C20-49E2-B42E-6146E23E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9E4DEFFA-8693-474E-BBA2-FC36B94B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52D31D17-15F5-4D5D-B1E5-767D41ED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1C61CFDE-935A-44BE-B21C-AD69A9E1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49471605-AED7-4AC5-B91A-DEC81496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Каждый endpoint имеет позитивный и негативный сценарий.
- Ответы и ошибки образуют стабильный контракт.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0FD55B3D-7B9D-4B66-8099-5FF403B6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A2957B64-69DC-451F-8372-A2AA977E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F4EED5FC-E0AD-4411-92D9-6B3B8B0A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Когда PATCH-поле означает null, а когда отсутствие?
- Почему field injection скрывает зависимость?
- Где проверять бизнес-инвариант?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E20DE2A7-18EF-462D-9BFE-50C7B0F3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заменить память PostgreSQL, не потеряв границы.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B6086-E23B-4B38-AE2F-56C46411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4093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2026-07-22T07:24:10.7840000Z</dcterms:created>
  <dcterms:modified xsi:type="dcterms:W3CDTF">2026-07-22T07:24:10.7840000Z</dcterms:modified>
</coreProperties>
</file>