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680cf8e55247d4" /><Relationship Type="http://schemas.openxmlformats.org/officeDocument/2006/relationships/extended-properties" Target="/docProps/app.xml" Id="R63307e3679644ad0" /><Relationship Type="http://schemas.openxmlformats.org/officeDocument/2006/relationships/officeDocument" Target="/ppt/presentation.xml" Id="Rd411261cdec44b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a844093de460e"/>
  </p:sldMasterIdLst>
  <p:notesMasterIdLst>
    <p:notesMasterId xmlns:r="http://schemas.openxmlformats.org/officeDocument/2006/relationships" r:id="R602f1fae0d6c4fb8"/>
  </p:notesMasterIdLst>
  <p:sldIdLst>
    <p:sldId xmlns:r="http://schemas.openxmlformats.org/officeDocument/2006/relationships" id="256" r:id="R67740995cc864b91"/>
    <p:sldId xmlns:r="http://schemas.openxmlformats.org/officeDocument/2006/relationships" id="257" r:id="R5458a94382bb4c28"/>
    <p:sldId xmlns:r="http://schemas.openxmlformats.org/officeDocument/2006/relationships" id="258" r:id="R59af06d238cb48f9"/>
    <p:sldId xmlns:r="http://schemas.openxmlformats.org/officeDocument/2006/relationships" id="259" r:id="R285ce8de371247b4"/>
    <p:sldId xmlns:r="http://schemas.openxmlformats.org/officeDocument/2006/relationships" id="260" r:id="R8ad6d5ff9cc14f00"/>
    <p:sldId xmlns:r="http://schemas.openxmlformats.org/officeDocument/2006/relationships" id="261" r:id="Rc47e33c9486449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a6d419d3e84ab8" /><Relationship Type="http://schemas.openxmlformats.org/officeDocument/2006/relationships/slideMaster" Target="/ppt/slideMasters/slideMaster1.xml" Id="R2d1a844093de460e" /><Relationship Type="http://schemas.openxmlformats.org/officeDocument/2006/relationships/notesMaster" Target="/ppt/notesMasters/notesMaster1.xml" Id="R602f1fae0d6c4fb8" /><Relationship Type="http://schemas.openxmlformats.org/officeDocument/2006/relationships/presProps" Target="/ppt/presProps.xml" Id="R49a7060935ba4c6d" /><Relationship Type="http://schemas.openxmlformats.org/officeDocument/2006/relationships/tableStyles" Target="/ppt/tableStyles.xml" Id="R2f775746859945fc" /><Relationship Type="http://schemas.openxmlformats.org/officeDocument/2006/relationships/slide" Target="/ppt/slides/slide1.xml" Id="R67740995cc864b91" /><Relationship Type="http://schemas.openxmlformats.org/officeDocument/2006/relationships/slide" Target="/ppt/slides/slide2.xml" Id="R5458a94382bb4c28" /><Relationship Type="http://schemas.openxmlformats.org/officeDocument/2006/relationships/slide" Target="/ppt/slides/slide3.xml" Id="R59af06d238cb48f9" /><Relationship Type="http://schemas.openxmlformats.org/officeDocument/2006/relationships/slide" Target="/ppt/slides/slide4.xml" Id="R285ce8de371247b4" /><Relationship Type="http://schemas.openxmlformats.org/officeDocument/2006/relationships/slide" Target="/ppt/slides/slide5.xml" Id="R8ad6d5ff9cc14f00" /><Relationship Type="http://schemas.openxmlformats.org/officeDocument/2006/relationships/slide" Target="/ppt/slides/slide6.xml" Id="Rc47e33c94864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1f5892c42749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0fdf05279b4cea" /><Relationship Type="http://schemas.openxmlformats.org/officeDocument/2006/relationships/notesMaster" Target="/ppt/notesMasters/notesMaster1.xml" Id="R1bc526bdf37d4a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fa08f810744eae" /><Relationship Type="http://schemas.openxmlformats.org/officeDocument/2006/relationships/notesMaster" Target="/ppt/notesMasters/notesMaster1.xml" Id="Rea20e3e92ed945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abeaad70b34550" /><Relationship Type="http://schemas.openxmlformats.org/officeDocument/2006/relationships/notesMaster" Target="/ppt/notesMasters/notesMaster1.xml" Id="Re06349e01c8e46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2ba7ca413f4f6b" /><Relationship Type="http://schemas.openxmlformats.org/officeDocument/2006/relationships/notesMaster" Target="/ppt/notesMasters/notesMaster1.xml" Id="R14b497357c2748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b8823017354c88" /><Relationship Type="http://schemas.openxmlformats.org/officeDocument/2006/relationships/notesMaster" Target="/ppt/notesMasters/notesMaster1.xml" Id="R6c1b715c01484e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69067c11ea45c5" /><Relationship Type="http://schemas.openxmlformats.org/officeDocument/2006/relationships/notesMaster" Target="/ppt/notesMasters/notesMaster1.xml" Id="R0533c26a59d740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846d87f0f41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de4d507ff748e9" /><Relationship Type="http://schemas.openxmlformats.org/officeDocument/2006/relationships/slideLayout" Target="/ppt/slideLayouts/slideLayout1.xml" Id="R51008d2da3b14c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008d2da3b14c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f01fe81a14e83" /><Relationship Type="http://schemas.openxmlformats.org/officeDocument/2006/relationships/notesSlide" Target="/ppt/notesSlides/notesSlide1.xml" Id="Reef1acabbf854a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369d699684a5c" /><Relationship Type="http://schemas.openxmlformats.org/officeDocument/2006/relationships/notesSlide" Target="/ppt/notesSlides/notesSlide2.xml" Id="R26747ed2e41f4d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c7c09f09f4fd6" /><Relationship Type="http://schemas.openxmlformats.org/officeDocument/2006/relationships/notesSlide" Target="/ppt/notesSlides/notesSlide3.xml" Id="Rb97c9866f2c441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c8ab7bcbd4857" /><Relationship Type="http://schemas.openxmlformats.org/officeDocument/2006/relationships/notesSlide" Target="/ppt/notesSlides/notesSlide4.xml" Id="R70ea87523ffa47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f8d7a65004f70" /><Relationship Type="http://schemas.openxmlformats.org/officeDocument/2006/relationships/notesSlide" Target="/ppt/notesSlides/notesSlide5.xml" Id="Rcd2fa1a1ea1341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1ce21063e4429" /><Relationship Type="http://schemas.openxmlformats.org/officeDocument/2006/relationships/notesSlide" Target="/ppt/notesSlides/notesSlide6.xml" Id="R73a9e97d04fa40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2C08705C-646A-4483-9835-523CFA9A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6-1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A3183E8F-04CA-42C7-B237-0C709DC1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355389C-DF21-4E11-8125-4DEBACB7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5F44BD9-FB69-4854-871A-ADF3D004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Транзакционные стратегии в Spring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27E3B6C0-9EE3-4E9F-96BD-2BB7548B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Сравнить atomic UPDATE, row lock и Serializable retry в одном сервисе безопасного списания.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80BF3D87-7CA0-4276-ABD5-2A6A07CA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2121211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FDFB839B-E7E7-4920-89D7-A122F929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753626A8-4B65-49C3-872E-7937C10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Расширение переносит SQL-аномалии в service transaction и делает выбор стратегии измеримым.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F3F58AB5-7422-4BC9-847C-1C5D09AE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B8912751-9378-453E-ABC7-D5B6897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Atomic predicate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5CD09AA5-DC46-4EE0-8ECB-BF3C5B98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Один UPDATE проверяет баланс и изменяет строку без отдельного read-compute-write.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0FBB1252-E123-4A05-972E-3D600E0E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CB4B27BA-15F0-4398-B954-06DF5C7C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Row lock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EB161DE2-48A7-4103-956D-D34F8D8D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SELECT FOR UPDATE сериализует сложную проверку, но увеличивает round trips и lock duration.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E83C9BF8-2A9E-4C79-AECD-F7464F03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4896271A-E443-4330-B537-92D29453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Serializable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822D6AAD-22BC-48C7-9423-925421B0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Бизнес-код выглядит последовательно, а SQLSTATE 40001 запускает bounded retry всей транзакции.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1C9C0-3878-47AD-8B36-D76E8B92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1042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CB208D03-D0B3-4E01-9AE7-2EF23E8B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Стратегии дают один инвариант разной ценой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AEE63740-79D3-41E3-944D-D2B1E36E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7645784B-3EB2-4A7B-BFE5-DC9A7F0A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Transaction boundary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BFEB9D7B-EFF7-45EC-86B7-7B5917D3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Охватывает чтение, проверку и запись; контроллер не должен дробить атомарный use case.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E8DB75F7-8F86-4746-A928-9F44858C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CBFF48C1-EEDB-4F0F-A3CB-2479C5E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Conditional UPDATE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BE825054-8CAE-4472-89BE-0690AD9E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Количество изменённых строк отличает успех от insufficient funds без потерянного обновления.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AF2A4DCC-7300-46F5-A523-CF87C74E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FAB913FA-AE6C-42AB-B4BE-A73C4530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 UPDATE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6EC99C90-7784-40BA-B8BE-79BA5EE9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Lock удерживается до commit/rollback; порядок и длительность критичны под нагрузкой.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ABF0AA1A-9AAB-40D0-82B9-8F68EDB1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C82B3B15-75AE-49A0-B7C2-FC6A02FC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SQLSTATE 40001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D415EB95-FBF2-427E-8D13-15CB0E2F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Это сигнал повторить транзакцию, но не повод повторять любую ошибку или делать infinite retry.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D88EE-F78F-4498-B0C0-6BCF0EFF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3945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C14192C8-2A7E-4CBE-A412-5208B6B7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Стратегия зависит от проверки и contention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0DCD5015-2500-4E9A-914A-7D248A0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Все три варианта должны сохранять баланс; различаются round trips, locks и обработка конфликта.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46905C79-8010-4BAB-BFCA-4EBB4D93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61828B01-FB97-433D-BA79-BD42A2B1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77E319AA-C43A-4280-A592-0227E7C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CHOOSE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1FDBA9C9-C81B-4BB1-BACE-71334740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Выбрать гарантию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07F91BD5-9876-4610-B9C0-F583D394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Atomic для простого predicate, lock для сложной проверки, Serializable для общего конфликта.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C111959D-3C26-4A7C-99FF-707FE459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1B8062BC-4466-4269-AFDB-44613EF1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EXECUTE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A32C3B62-1B84-47F3-A1F0-D505EA32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 транзакцию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EA305CFD-BE7C-4DC6-8941-4B5277F8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Чтение и запись проходят на одном connection до commit/rollback.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FAA22E3F-4AD7-4A3A-BB28-1AEE0187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F511CE79-B64C-43DC-8C8C-C423E417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CLASSIFY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F881C0BB-6605-42C6-84AD-E618668D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Обработать исход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F15A7A36-C407-4D5F-9274-8152C491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Успех, insufficient funds или bounded retry по SQLSTATE 40001.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5247F-C3F6-4227-940C-AA273F0E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8972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A1E715EB-D09C-412E-B9D6-AAD3B858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DD930DC9-CD52-4247-8F8F-F6E5DBA1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006CF20F-F333-4161-9A49-689413CB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&amp;&amp; ./gradlew bootRun   # PostgreSQL :5436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7A90EB55-F5AF-4E51-997C-C7C02767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2AEEAFAB-1415-444E-B385-4FE8947F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594BFD84-7F0B-4669-8C8A-D84FE2C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Сравнить /debits/atomic и /locked.
- Запустить /debits/serializable конкурентно.
- Убрать predicate и увидеть lost update.
- Пошагово выполнить SQL-first sessions.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1AA7BE05-11BE-4B88-A74A-4FCEBC4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CBC43D1A-34D4-4486-8BAF-F5A5AEC0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257362B6-7E4D-46A4-96D8-83A700CD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Баланс никогда не уходит ниже нуля.
- Round trips и lock duration объяснены.
- Retry повторяет чтение и проверку.
- Business error не повторяется.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BEB4A-CE57-4EE4-9D24-6B053D45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3403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1273F7AB-02BC-429E-BF62-7F81D42F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3D05541B-F13E-4C52-ADE0-39FA80D4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7FFA7926-F740-47B0-AFAF-8875DA30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D147D62B-3B6E-442E-9926-927BEFA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5B7B2298-739D-44E1-B3D9-872F5290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Можешь выбрать стратегию для конкретного rule.
- Transaction boundary видна в service-коде.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0F58FB53-BD05-400D-A33D-CB27862F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2D5AB368-77C7-4A8A-902A-A09C8F3A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ECDF306A-4B5A-4D1A-B6F4-2249B6E1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Когда atomic UPDATE недостаточен?
- Что удерживает SELECT FOR UPDATE?
- Какие ошибки нельзя retry?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B181466B-44D3-496C-9D83-2DE36E4B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Расширение завершено: конкурентность защищена выбранной стратегией.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821BC-3BB3-4B78-9D08-ACA77F8D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677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2026-07-22T07:24:13.4160000Z</dcterms:created>
  <dcterms:modified xsi:type="dcterms:W3CDTF">2026-07-22T07:24:13.4160000Z</dcterms:modified>
</coreProperties>
</file>