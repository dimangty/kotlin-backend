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ac7cbb64cb4ea2" /><Relationship Type="http://schemas.openxmlformats.org/officeDocument/2006/relationships/extended-properties" Target="/docProps/app.xml" Id="R38082c3ebe894995" /><Relationship Type="http://schemas.openxmlformats.org/officeDocument/2006/relationships/officeDocument" Target="/ppt/presentation.xml" Id="R4febd93a957f4c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c3244aae544b0"/>
  </p:sldMasterIdLst>
  <p:notesMasterIdLst>
    <p:notesMasterId xmlns:r="http://schemas.openxmlformats.org/officeDocument/2006/relationships" r:id="R7876fe4dfc674ae2"/>
  </p:notesMasterIdLst>
  <p:sldIdLst>
    <p:sldId xmlns:r="http://schemas.openxmlformats.org/officeDocument/2006/relationships" id="256" r:id="Rc819a2b9dded4783"/>
    <p:sldId xmlns:r="http://schemas.openxmlformats.org/officeDocument/2006/relationships" id="257" r:id="R846bd07ad0aa4bbf"/>
    <p:sldId xmlns:r="http://schemas.openxmlformats.org/officeDocument/2006/relationships" id="258" r:id="R9c73ed1ec2cf4f8d"/>
    <p:sldId xmlns:r="http://schemas.openxmlformats.org/officeDocument/2006/relationships" id="259" r:id="R02ac0cee375d498f"/>
    <p:sldId xmlns:r="http://schemas.openxmlformats.org/officeDocument/2006/relationships" id="260" r:id="Rbbd3206e070845c4"/>
    <p:sldId xmlns:r="http://schemas.openxmlformats.org/officeDocument/2006/relationships" id="261" r:id="R15aa034ae17541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8bb7945bb24a26" /><Relationship Type="http://schemas.openxmlformats.org/officeDocument/2006/relationships/slideMaster" Target="/ppt/slideMasters/slideMaster1.xml" Id="Rb36c3244aae544b0" /><Relationship Type="http://schemas.openxmlformats.org/officeDocument/2006/relationships/notesMaster" Target="/ppt/notesMasters/notesMaster1.xml" Id="R7876fe4dfc674ae2" /><Relationship Type="http://schemas.openxmlformats.org/officeDocument/2006/relationships/presProps" Target="/ppt/presProps.xml" Id="R114527d5f8ff4076" /><Relationship Type="http://schemas.openxmlformats.org/officeDocument/2006/relationships/tableStyles" Target="/ppt/tableStyles.xml" Id="R18cbd89472854ff7" /><Relationship Type="http://schemas.openxmlformats.org/officeDocument/2006/relationships/slide" Target="/ppt/slides/slide1.xml" Id="Rc819a2b9dded4783" /><Relationship Type="http://schemas.openxmlformats.org/officeDocument/2006/relationships/slide" Target="/ppt/slides/slide2.xml" Id="R846bd07ad0aa4bbf" /><Relationship Type="http://schemas.openxmlformats.org/officeDocument/2006/relationships/slide" Target="/ppt/slides/slide3.xml" Id="R9c73ed1ec2cf4f8d" /><Relationship Type="http://schemas.openxmlformats.org/officeDocument/2006/relationships/slide" Target="/ppt/slides/slide4.xml" Id="R02ac0cee375d498f" /><Relationship Type="http://schemas.openxmlformats.org/officeDocument/2006/relationships/slide" Target="/ppt/slides/slide5.xml" Id="Rbbd3206e070845c4" /><Relationship Type="http://schemas.openxmlformats.org/officeDocument/2006/relationships/slide" Target="/ppt/slides/slide6.xml" Id="R15aa034ae17541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936c4dd0174e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6b0ed9c9f4dfa" /><Relationship Type="http://schemas.openxmlformats.org/officeDocument/2006/relationships/notesMaster" Target="/ppt/notesMasters/notesMaster1.xml" Id="Rfc0d66c18afb42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2542ecdb674717" /><Relationship Type="http://schemas.openxmlformats.org/officeDocument/2006/relationships/notesMaster" Target="/ppt/notesMasters/notesMaster1.xml" Id="R677dde113ff9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45a88bb1df4ac6" /><Relationship Type="http://schemas.openxmlformats.org/officeDocument/2006/relationships/notesMaster" Target="/ppt/notesMasters/notesMaster1.xml" Id="Re397bba8499c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4ad284edc04392" /><Relationship Type="http://schemas.openxmlformats.org/officeDocument/2006/relationships/notesMaster" Target="/ppt/notesMasters/notesMaster1.xml" Id="Rf3e04f0013c04b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868b2308194eca" /><Relationship Type="http://schemas.openxmlformats.org/officeDocument/2006/relationships/notesMaster" Target="/ppt/notesMasters/notesMaster1.xml" Id="Rf6ff77e5d7a144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378254319e4d7c" /><Relationship Type="http://schemas.openxmlformats.org/officeDocument/2006/relationships/notesMaster" Target="/ppt/notesMasters/notesMaster1.xml" Id="Rad3a126fc08741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ff67010fb4c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9a0e21fc49405c" /><Relationship Type="http://schemas.openxmlformats.org/officeDocument/2006/relationships/slideLayout" Target="/ppt/slideLayouts/slideLayout1.xml" Id="R6a1338bef15749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1338bef15749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556dad1d34717" /><Relationship Type="http://schemas.openxmlformats.org/officeDocument/2006/relationships/notesSlide" Target="/ppt/notesSlides/notesSlide1.xml" Id="R3209e19c870e49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7a67e37004695" /><Relationship Type="http://schemas.openxmlformats.org/officeDocument/2006/relationships/notesSlide" Target="/ppt/notesSlides/notesSlide2.xml" Id="Rab6f33fa70dd48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61bef680b466c" /><Relationship Type="http://schemas.openxmlformats.org/officeDocument/2006/relationships/notesSlide" Target="/ppt/notesSlides/notesSlide3.xml" Id="R6f16d8a84e4749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c024a4d2740c6" /><Relationship Type="http://schemas.openxmlformats.org/officeDocument/2006/relationships/notesSlide" Target="/ppt/notesSlides/notesSlide4.xml" Id="R1e39b34a0ae044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924d58d4b4ec3" /><Relationship Type="http://schemas.openxmlformats.org/officeDocument/2006/relationships/notesSlide" Target="/ppt/notesSlides/notesSlide5.xml" Id="R5ef8e7ae67814b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9680fabf64172" /><Relationship Type="http://schemas.openxmlformats.org/officeDocument/2006/relationships/notesSlide" Target="/ppt/notesSlides/notesSlide6.xml" Id="R9890e4754a9c46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A78B9C17-F0AB-4770-B3F9-3119EE2D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6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DAE68EA6-D50E-4F4E-A3C8-607BAC7B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A727AA8-4B4F-4FC9-A7F4-5FF238D6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894B46E2-0538-48E7-8041-8B19A0D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Транзакции, MVCC и уровни изоляции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FBF1674A-B565-4393-8819-80BF99D3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Предсказывать видимость данных и воспроизводить аномалии несколькими SQL-сессиями.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7FF96A8-C25F-4509-84C2-B54BBB4C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908325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9FC61923-26E4-4B3F-89D5-419377FE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7E98BA14-3AE0-429F-94DB-E452256A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Изоляция определяет снимок и конфликты, но корректность также зависит от модели и способа записи.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14203D74-B995-4D97-82C9-CCD02636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DA41B042-5314-4736-B5FD-86270D96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Границы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668200BC-C73E-47A4-BA26-F515008D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Autocommit и явная транзакция определяют атомарный бизнес-шаг и время удержания ресурсов.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1FB9A292-9711-4728-AA03-D7E7E153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2D353253-ECA4-4EE9-B226-B949C40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Видимость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187DA964-B57D-45E0-9B64-D6379BAC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Read Committed, Repeatable Read и Serializable по-разному формируют snapshot и конфликты.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E91CD2E0-5386-460C-B4FA-7A0B061C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C7BD9DE2-68CE-4ADC-BCBB-C01A81AA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Восстановление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B2630A7D-6C88-4C7D-A800-11D4525D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Serialization failure требует ограниченного retry всей транзакции, а бизнес-ошибка - нет.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B5DF4-6513-4AA4-B71B-7CB01833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5610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DA1FB266-1A12-47FD-8AC7-88714ABD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Аномалия видна только на timeline транзакций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29CEE325-88E9-445F-B12F-5FD6E8EA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52E0B5C2-C9A4-441A-9467-019DB58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Non-repeatable read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104FAF2C-8EC0-4C7B-92C1-777518DB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Два SELECT в Read Committed могут видеть разные committed-версии.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6962E5AC-0248-4EA5-896E-75B571D0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2ED09ABB-7DF3-4D3F-B68A-510D7FF7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Lost update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2C3C5E52-35E6-479A-B146-38A30A38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Read-compute-write двух клиентов перезаписывает результат без atomic update, version или lock.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170C8A77-EC8B-46BB-9A35-6BE8CB6D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4EAB91DD-9571-4B44-A0B4-FF877E85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 skew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5FBB2CC8-E8E1-4706-A444-0F58CBE7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Транзакции меняют разные строки и вместе нарушают общий предикат.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C38ED69C-9F53-4806-A8CF-D85E1347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31FCE45B-9A9E-44CD-BA72-55E94A27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Serialization failure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7EBBB1F0-55AC-4737-9A9E-DEC0CACA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 отменяет опасную транзакцию; приложение повторяет весь use case с новым snapshot.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EC1F7-B4E5-41A0-B28E-5EF59FB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428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EF9EB148-C675-45E1-84F9-B013E071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Два клиента создают конфликт через старое решение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6C780473-84D0-49F4-BE19-EA808D30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Чтобы понять результат, фиксируйте snapshot, чтение, запись, commit и итоговый инвариант.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E7640EC0-B296-4D41-AE53-B3A5173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AAC7F46F-0A8C-4F57-8F68-CF0592BE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806D7DB3-CBA0-48A5-9700-F362E966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READ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A97D69F3-D280-4611-BF13-4E579EAF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Обе T читают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7EAAAE91-0524-42E8-98D6-503CCEEE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T1 и T2 получают версии в рамках своего isolation level.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6A203520-1E91-4B03-BBB3-94050109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1F3B8EF5-8BA9-4A0F-A062-0F491CF7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DECIDE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AAA284B6-C31D-4EEB-983C-C194D657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Обе вычисляют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CD4652B1-BE3C-462B-B9AC-50A7981C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Бизнес-решение строится на значении, которое уже может устареть.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D4CFA5A6-CA0E-411B-ABD9-EF4BA31C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6980A73F-B9CA-48D6-839F-43C3975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COMMIT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F1FF1A83-B513-4984-AF48-8BAF2B5C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Система разрешает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46396C87-C39F-41EB-85B4-EE1397EF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Atomic update, lock или Serializable определяют итог/ошибку.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FE2C5-F8BA-4C23-9207-64210E0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1790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248DB46A-6592-428C-83C0-0C46FE6A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BD29BFB9-B560-4BDA-BAF9-F6EEA6C3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AA369053-6F68-4A00-A40A-DA1A7489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  # session-a.sql и session-b.sql по одному statement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DD62048F-E818-4AAF-B3AF-975FA3FE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4BD99991-0519-4277-A452-0E3E66F0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0895925F-11D6-4386-83F1-83922E64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Воспроизвести non-repeatable read.
- Получить и исправить lost update двумя способами.
- Проверить стабильный Repeatable Read snapshot.
- Получить serialization failure.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D4BEBC85-373D-43FE-B3F5-1DA5047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35AAA710-2459-469B-B158-3FF0DC40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02F752BD-F380-4E3A-8CA0-7DF75591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Для опыта нарисован timeline T1/T2.
- До запуска предсказана видимость.
- Инвариант проверен после commit.
- Retry ограничен и повторяет всю транзакцию.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DBF05-8BA6-4CA2-B596-0531E74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79829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543B8941-E186-4DB1-8021-F26FBE74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6677F156-DD34-4004-8F15-0B032F72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077B5D6D-D39C-4CD7-82D5-A6C9C5C0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72B7D1D9-A61D-491A-9CB3-A35230B2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D98366E4-C65E-40C0-8533-E82B9297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Предсказываешь видимые версии до эксперимента.
- Различаешь retryable и business errors.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00338EE0-0B88-4826-B3CA-ED409FC1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78627C2C-5CB2-49F8-930A-FDBFEDB8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3663D65E-2B5B-4A69-8C78-88659797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Может ли Read Committed потерять update?
- Чем RR отличается от Serializable?
- Почему retry повторяет весь use case?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9A81A1FB-7095-4F4F-BA10-ADEED76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управлять locks и предотвращать deadlock в переводах.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D0078-2FF8-40D1-BAD8-13CDAD9E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7607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2026-07-22T07:24:13.1130000Z</dcterms:created>
  <dcterms:modified xsi:type="dcterms:W3CDTF">2026-07-22T07:24:13.1130000Z</dcterms:modified>
</coreProperties>
</file>