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ab6a280f449aa" /><Relationship Type="http://schemas.openxmlformats.org/officeDocument/2006/relationships/extended-properties" Target="/docProps/app.xml" Id="Rd0918429ace24fcc" /><Relationship Type="http://schemas.openxmlformats.org/officeDocument/2006/relationships/officeDocument" Target="/ppt/presentation.xml" Id="Rc918ad49c1d3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c6ee8318b423a"/>
  </p:sldMasterIdLst>
  <p:notesMasterIdLst>
    <p:notesMasterId xmlns:r="http://schemas.openxmlformats.org/officeDocument/2006/relationships" r:id="R9a2231edce494788"/>
  </p:notesMasterIdLst>
  <p:sldIdLst>
    <p:sldId xmlns:r="http://schemas.openxmlformats.org/officeDocument/2006/relationships" id="256" r:id="Re78b3c5450d74b98"/>
    <p:sldId xmlns:r="http://schemas.openxmlformats.org/officeDocument/2006/relationships" id="257" r:id="Rfb30b2f6471b4f50"/>
    <p:sldId xmlns:r="http://schemas.openxmlformats.org/officeDocument/2006/relationships" id="258" r:id="R1bc995639a7b4e2c"/>
    <p:sldId xmlns:r="http://schemas.openxmlformats.org/officeDocument/2006/relationships" id="259" r:id="Rd2c383e516a345bb"/>
    <p:sldId xmlns:r="http://schemas.openxmlformats.org/officeDocument/2006/relationships" id="260" r:id="R5629478a5f1e44df"/>
    <p:sldId xmlns:r="http://schemas.openxmlformats.org/officeDocument/2006/relationships" id="261" r:id="R8513a46627f14b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49e9f73814265" /><Relationship Type="http://schemas.openxmlformats.org/officeDocument/2006/relationships/slideMaster" Target="/ppt/slideMasters/slideMaster1.xml" Id="Rf4ac6ee8318b423a" /><Relationship Type="http://schemas.openxmlformats.org/officeDocument/2006/relationships/notesMaster" Target="/ppt/notesMasters/notesMaster1.xml" Id="R9a2231edce494788" /><Relationship Type="http://schemas.openxmlformats.org/officeDocument/2006/relationships/presProps" Target="/ppt/presProps.xml" Id="Rd0411c95db0747a2" /><Relationship Type="http://schemas.openxmlformats.org/officeDocument/2006/relationships/tableStyles" Target="/ppt/tableStyles.xml" Id="Rd0e952ce3d1a4c11" /><Relationship Type="http://schemas.openxmlformats.org/officeDocument/2006/relationships/slide" Target="/ppt/slides/slide1.xml" Id="Re78b3c5450d74b98" /><Relationship Type="http://schemas.openxmlformats.org/officeDocument/2006/relationships/slide" Target="/ppt/slides/slide2.xml" Id="Rfb30b2f6471b4f50" /><Relationship Type="http://schemas.openxmlformats.org/officeDocument/2006/relationships/slide" Target="/ppt/slides/slide3.xml" Id="R1bc995639a7b4e2c" /><Relationship Type="http://schemas.openxmlformats.org/officeDocument/2006/relationships/slide" Target="/ppt/slides/slide4.xml" Id="Rd2c383e516a345bb" /><Relationship Type="http://schemas.openxmlformats.org/officeDocument/2006/relationships/slide" Target="/ppt/slides/slide5.xml" Id="R5629478a5f1e44df" /><Relationship Type="http://schemas.openxmlformats.org/officeDocument/2006/relationships/slide" Target="/ppt/slides/slide6.xml" Id="R8513a46627f1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28ac561e1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03a6dc0de7442b" /><Relationship Type="http://schemas.openxmlformats.org/officeDocument/2006/relationships/notesMaster" Target="/ppt/notesMasters/notesMaster1.xml" Id="R4fc8123c920e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f4bf6cb5c5443a" /><Relationship Type="http://schemas.openxmlformats.org/officeDocument/2006/relationships/notesMaster" Target="/ppt/notesMasters/notesMaster1.xml" Id="R92f06e9eab244c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20596056724f5f" /><Relationship Type="http://schemas.openxmlformats.org/officeDocument/2006/relationships/notesMaster" Target="/ppt/notesMasters/notesMaster1.xml" Id="Ra480e419c083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7fd9a75f1b44b6" /><Relationship Type="http://schemas.openxmlformats.org/officeDocument/2006/relationships/notesMaster" Target="/ppt/notesMasters/notesMaster1.xml" Id="R550ab25098594c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8151e6b3d4921" /><Relationship Type="http://schemas.openxmlformats.org/officeDocument/2006/relationships/notesMaster" Target="/ppt/notesMasters/notesMaster1.xml" Id="Rcba8c8ed3043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8f909f20e14f88" /><Relationship Type="http://schemas.openxmlformats.org/officeDocument/2006/relationships/notesMaster" Target="/ppt/notesMasters/notesMaster1.xml" Id="R5e73a2929ad54d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8b35e75aa41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fdb0bc0524091" /><Relationship Type="http://schemas.openxmlformats.org/officeDocument/2006/relationships/slideLayout" Target="/ppt/slideLayouts/slideLayout1.xml" Id="R28d78cee3dc5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d78cee3dc5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84a860d9d4569" /><Relationship Type="http://schemas.openxmlformats.org/officeDocument/2006/relationships/notesSlide" Target="/ppt/notesSlides/notesSlide1.xml" Id="Rc9325022969b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fc43203d84101" /><Relationship Type="http://schemas.openxmlformats.org/officeDocument/2006/relationships/notesSlide" Target="/ppt/notesSlides/notesSlide2.xml" Id="R6c0fb2335d02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87abcc7e346d4" /><Relationship Type="http://schemas.openxmlformats.org/officeDocument/2006/relationships/notesSlide" Target="/ppt/notesSlides/notesSlide3.xml" Id="R14902bdcecfd40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8125327264bdf" /><Relationship Type="http://schemas.openxmlformats.org/officeDocument/2006/relationships/notesSlide" Target="/ppt/notesSlides/notesSlide4.xml" Id="Reae551e5f3db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d228bbbe341f3" /><Relationship Type="http://schemas.openxmlformats.org/officeDocument/2006/relationships/notesSlide" Target="/ppt/notesSlides/notesSlide5.xml" Id="Rb20b20d46f2147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833fa729b45ad" /><Relationship Type="http://schemas.openxmlformats.org/officeDocument/2006/relationships/notesSlide" Target="/ppt/notesSlides/notesSlide6.xml" Id="Rbe0e5124d742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48A2EFA4-AFA8-42E1-8032-88404B6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13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2CE1F3A-4792-4B33-8C36-17E8AFF5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156F0E5-8A6E-441A-ABC3-32EE7ECE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99CF9E9-B67D-4B1B-B2DA-3A01FCB2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Docker, CI/CD и безопасный deploy миграций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8BB8DED4-BE08-46D5-84F5-A6D7D3A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Собирать, тестировать и разворачивать сервис воспроизводимо и без опасных schema changes.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EE0D4A5-8997-49A9-87E4-5D86960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2072578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55AEC7C4-4672-497D-82A8-F5E4924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5A07C691-79F2-42CC-8B89-8C67241C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Artifact неизменяем, runtime минимален, readiness честна, migration совместима, rollback заранее проверен.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B4233152-E11F-413F-A50F-13D5F62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602B92F8-7F74-41F3-89B2-5CF4A612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17C6EAC8-27F7-46D7-A356-143DE19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Multi-stage build, minimal runtime, non-root user и read-only filesystem сокращают поверхность атаки.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A657C423-2A6F-451F-BC8A-661A00D1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452CB6D5-C643-4B8F-9F28-64C1457E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Pipeline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91D6FDE9-1DA1-4A56-9454-FBC0DCA7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Build, tests, migration check, image и deploy образуют последовательные quality gates.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3C6260A9-5376-4D44-892A-DC56E8F5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BAEBE71A-028E-48FA-8760-B9619CF9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 change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FB86A143-30DE-450F-A582-D7947539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Expand-contract, backup/restore и rollback поддерживают совместимость двух версий приложения.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70C5E-06C5-461B-B426-6A53D75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3567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5FEBC262-6F2B-4472-9A52-B7B134B5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Deploy готов только вместе с состоянием базы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1ACB8963-AC07-4BE8-941B-94F4C0F4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3AC9F111-6A1A-4A29-9FFC-6A85B9D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 vs readiness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29CB7286-169B-4E0B-BAAB-87F0B23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Health говорит, что процесс жив; readiness - что instance можно включить в traffic.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B376191E-9336-4562-A48C-7F43964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BAFE9AEA-5E24-4AE7-B7D9-6F5E98DD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Graceful shutdown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C6FD7BAA-DB3A-49F0-8799-755BFB98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Instance перестаёт принимать новые запросы и завершает bounded in-flight work.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5959E2FF-0E9F-4FA2-A8A0-B2E4C942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A7CB78EF-3C05-460A-B79C-0D63725D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Expand-contract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E0312469-8768-4E96-A6CF-63EF4F5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Новая колонка появляется nullable/совместимой, заполняется, переключается код, затем усиливается constraint.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CCEE5C33-1062-4600-815D-736B0D31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87B89624-C590-4BAA-BC56-F27FA51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Rollback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34C39E73-375B-4B96-83A2-97DE67A7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Откат кода не отменяет автоматически schema/data change; стратегия учитывает обе версии.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2E38C-8A93-486D-A80E-0AA9338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6063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D893AEA9-2EA6-4A5A-8E8C-5E0E73A6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Pipeline продвигает один проверенный artifact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D8DB803D-BA50-47A5-845E-7D1217BA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Каждый этап либо добавляет evidence, либо останавливает выпуск до production.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C827D68A-B121-4560-B6AF-4FAF379B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8A0C421B-941E-4BA2-8721-2DBA2AC6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4ACCA33B-9A6D-4247-B31A-2EF97094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VERIFY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1F304B0F-CDF0-4889-ADAB-1B7688B0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код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29BA4EFD-3E90-4D92-BBEA-7E36282C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Tests и migrations запускаются до image build на чистом окружении.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8904B26B-7617-4545-BFBF-DE8E0A36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1046D938-7E2B-4AE5-B557-5CFAA41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PACKAGE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216A2DEA-7493-4A72-B2AA-55C7F09B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Собрать image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B3955BAE-ADCF-4432-96F7-011C1EEE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Multi-stage создаёт минимальный non-root runtime с immutable artifact.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AE0CA33D-8EEC-4F84-8D3F-26B8233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3458FB2C-9C2D-4799-9CC2-0576064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RELEASE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9D80C617-B054-4A93-8AA1-A4FF842E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Развернуть безопасно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427B4297-F318-4FFA-8B29-17F82AC8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Readiness, graceful shutdown, compatible schema и rollback guard.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9E103-323B-4DDF-A8CD-569E4D7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2328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23130251-D325-41A9-83BC-F716CF11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B6DC9F01-59D1-49B1-BD5D-FD063B44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899021FD-DEC4-4FB4-BAEC-36123ADE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--build &amp;&amp; curl localhost:8080/actuator/health/readiness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440275D0-58D9-46AC-96F5-95B26D8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2DA5A187-4F75-4226-A4D6-EFE5638A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C1C0F8C3-EB4C-431A-B9BC-5A8F770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Собрать multi-stage image.
- Запустить runtime non-root/read-only.
- Добавить migration check в CI.
- Описать двухрелизный expand-contract.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73DB35B4-304A-472A-A068-0A93A42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5F67EE8-397D-48CA-81BB-B8CB035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151FC25E-A253-480B-B8CF-663EE984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Проект стартует на чистой машине.
- Readiness отражает зависимости.
- Миграция не держит долгий table lock.
- Backup/restore и rollback проверены.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4B574-6A29-4D68-A1B9-9775875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4651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50688A8D-B33B-4CF8-ABBE-E931D74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8A36D4D4-DABE-4987-9AB1-82626891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70F3254A-FA15-4D5D-8B8E-B558F06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DE847B64-7FB3-4DB8-B65B-204BC0C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4B162559-9137-4B90-AD8E-3A2F6739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Build и deploy воспроизводимы.
- Старая и новая версии совместимы со схемой.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D3A8C5E2-2559-431E-B9DB-4E70EAD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DB9FEDF1-837D-43B9-A785-12E1042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591C4C52-6ADF-4A07-A25F-02EB0B26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Что произойдёт при двух startup instances?
- Чем readiness отличается от health?
- Как откатить несовместимую миграцию?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4F87EA93-8861-4D61-A2FB-8167D3CC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сменить framework и проверить переносимость знаний.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55910-C7C3-43E6-B6F2-FF50210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775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2026-07-22T07:24:15.6120000Z</dcterms:created>
  <dcterms:modified xsi:type="dcterms:W3CDTF">2026-07-22T07:24:15.6120000Z</dcterms:modified>
</coreProperties>
</file>