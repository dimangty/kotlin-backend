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7811612e1b41f4" /><Relationship Type="http://schemas.openxmlformats.org/officeDocument/2006/relationships/extended-properties" Target="/docProps/app.xml" Id="R9c0aa1d6af6d494f" /><Relationship Type="http://schemas.openxmlformats.org/officeDocument/2006/relationships/officeDocument" Target="/ppt/presentation.xml" Id="R070ee1cea6cc45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07d70e2b804f91"/>
  </p:sldMasterIdLst>
  <p:notesMasterIdLst>
    <p:notesMasterId xmlns:r="http://schemas.openxmlformats.org/officeDocument/2006/relationships" r:id="Rcf949ae4245543a9"/>
  </p:notesMasterIdLst>
  <p:sldIdLst>
    <p:sldId xmlns:r="http://schemas.openxmlformats.org/officeDocument/2006/relationships" id="256" r:id="Rd557a0de29714808"/>
    <p:sldId xmlns:r="http://schemas.openxmlformats.org/officeDocument/2006/relationships" id="257" r:id="R572ca71b26704629"/>
    <p:sldId xmlns:r="http://schemas.openxmlformats.org/officeDocument/2006/relationships" id="258" r:id="Re494f9a3279c4cbd"/>
    <p:sldId xmlns:r="http://schemas.openxmlformats.org/officeDocument/2006/relationships" id="259" r:id="R6d28a93ae2874892"/>
    <p:sldId xmlns:r="http://schemas.openxmlformats.org/officeDocument/2006/relationships" id="260" r:id="R069b9bfc5ce94d1f"/>
    <p:sldId xmlns:r="http://schemas.openxmlformats.org/officeDocument/2006/relationships" id="261" r:id="R66c8d9e2f94047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3ea99ce5c426b" /><Relationship Type="http://schemas.openxmlformats.org/officeDocument/2006/relationships/slideMaster" Target="/ppt/slideMasters/slideMaster1.xml" Id="R5a07d70e2b804f91" /><Relationship Type="http://schemas.openxmlformats.org/officeDocument/2006/relationships/notesMaster" Target="/ppt/notesMasters/notesMaster1.xml" Id="Rcf949ae4245543a9" /><Relationship Type="http://schemas.openxmlformats.org/officeDocument/2006/relationships/presProps" Target="/ppt/presProps.xml" Id="Rb584ecfdd9ce4f79" /><Relationship Type="http://schemas.openxmlformats.org/officeDocument/2006/relationships/tableStyles" Target="/ppt/tableStyles.xml" Id="Rb5844791e2a74cb5" /><Relationship Type="http://schemas.openxmlformats.org/officeDocument/2006/relationships/slide" Target="/ppt/slides/slide1.xml" Id="Rd557a0de29714808" /><Relationship Type="http://schemas.openxmlformats.org/officeDocument/2006/relationships/slide" Target="/ppt/slides/slide2.xml" Id="R572ca71b26704629" /><Relationship Type="http://schemas.openxmlformats.org/officeDocument/2006/relationships/slide" Target="/ppt/slides/slide3.xml" Id="Re494f9a3279c4cbd" /><Relationship Type="http://schemas.openxmlformats.org/officeDocument/2006/relationships/slide" Target="/ppt/slides/slide4.xml" Id="R6d28a93ae2874892" /><Relationship Type="http://schemas.openxmlformats.org/officeDocument/2006/relationships/slide" Target="/ppt/slides/slide5.xml" Id="R069b9bfc5ce94d1f" /><Relationship Type="http://schemas.openxmlformats.org/officeDocument/2006/relationships/slide" Target="/ppt/slides/slide6.xml" Id="R66c8d9e2f94047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6bf15a45f247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ecd3377fa47b5" /><Relationship Type="http://schemas.openxmlformats.org/officeDocument/2006/relationships/notesMaster" Target="/ppt/notesMasters/notesMaster1.xml" Id="Rb74ad0a6870f49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525401ec774f92" /><Relationship Type="http://schemas.openxmlformats.org/officeDocument/2006/relationships/notesMaster" Target="/ppt/notesMasters/notesMaster1.xml" Id="Rb01b3bfa255a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2691965d5d4bb5" /><Relationship Type="http://schemas.openxmlformats.org/officeDocument/2006/relationships/notesMaster" Target="/ppt/notesMasters/notesMaster1.xml" Id="R3aa38d45a7b24d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40b230c7de4204" /><Relationship Type="http://schemas.openxmlformats.org/officeDocument/2006/relationships/notesMaster" Target="/ppt/notesMasters/notesMaster1.xml" Id="R2e0b01b792294a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9b54c36874be6" /><Relationship Type="http://schemas.openxmlformats.org/officeDocument/2006/relationships/notesMaster" Target="/ppt/notesMasters/notesMaster1.xml" Id="R93fb1a3886e641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0109c97e544dbe" /><Relationship Type="http://schemas.openxmlformats.org/officeDocument/2006/relationships/notesMaster" Target="/ppt/notesMasters/notesMaster1.xml" Id="R88926c9e8dd6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0332c872d4e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78141274e44fdc" /><Relationship Type="http://schemas.openxmlformats.org/officeDocument/2006/relationships/slideLayout" Target="/ppt/slideLayouts/slideLayout1.xml" Id="Rd15f11a34065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5f11a34065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dd55f207d42a2" /><Relationship Type="http://schemas.openxmlformats.org/officeDocument/2006/relationships/notesSlide" Target="/ppt/notesSlides/notesSlide1.xml" Id="Ra9867ca1332542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023168c354cb2" /><Relationship Type="http://schemas.openxmlformats.org/officeDocument/2006/relationships/notesSlide" Target="/ppt/notesSlides/notesSlide2.xml" Id="Rb1bc51767aaf43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4767e354f4137" /><Relationship Type="http://schemas.openxmlformats.org/officeDocument/2006/relationships/notesSlide" Target="/ppt/notesSlides/notesSlide3.xml" Id="Ra1ff1bd1272f41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37ea3111641bf" /><Relationship Type="http://schemas.openxmlformats.org/officeDocument/2006/relationships/notesSlide" Target="/ppt/notesSlides/notesSlide4.xml" Id="Ra38ddc1b32a844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d4455755a4c10" /><Relationship Type="http://schemas.openxmlformats.org/officeDocument/2006/relationships/notesSlide" Target="/ppt/notesSlides/notesSlide5.xml" Id="R911dc271e14b4c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b14bf782049ca" /><Relationship Type="http://schemas.openxmlformats.org/officeDocument/2006/relationships/notesSlide" Target="/ppt/notesSlides/notesSlide6.xml" Id="R53c3fc0fac5b4e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95C53F0E-DA5D-4820-BDF6-EC3F10D4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12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CE1CAA6A-AB70-4E62-B002-6F63589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B15387E-623C-4BB0-8161-674B9F32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6DBF63A-FBFC-42C1-97B2-24773496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Логи, метрики и диагностика производительности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D311795D-8F1D-40FE-B834-B627E929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Определять, какой запрос медленный, почему он медленный и кого он блокирует.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3BB96080-2452-4C4F-AA3D-ECA0E4A5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624623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97335AD9-1F5B-46C8-A61D-19E5292B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39C5CF5C-EF49-4F71-9688-0BCDC2A7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Наблюдаемость связывает request/operation ID, latency, pool и PostgreSQL evidence в одну историю incident.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BCDFE4BA-133C-48FA-B324-B387406F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612F3434-684D-43FE-96B7-87859600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Correlation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6705378D-A69D-4F37-B595-68194C81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requestId и operationId проходят через response, MDC, transaction и SQL context.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2BAEFC0E-80F0-4EB0-9F21-BAB711CB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1B57F9EE-CB9B-4888-B9DE-1774F682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Metrics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1FC07423-7B68-455A-9D00-A223566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Latency, throughput, errors, pool saturation и transaction duration показывают симптомы.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A7AC2E83-A238-4D9A-9979-009E1083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1D59CFCD-0BD1-4B7F-B3AA-6FBDA389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DB evidence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AB3B51E6-1959-4296-A6C0-919E15F8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pg_stat_statements, slow log, EXPLAIN и pg_locks отделяют bad plan от lock wait.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A446F-D310-4055-B1E2-69A413D9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2899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EB7A05C8-589E-4A7F-8068-783FBF70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Метрика даёт симптом, plan и locks - причину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7FADCF83-84B7-4506-BC9F-D82CBF85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863B9949-8A50-4E30-BBBA-31707F06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Structured log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BD9B8FAC-BD9E-44EF-A493-450DAAD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Событие имеет стабильные поля и correlation IDs, но исключает credentials, tokens и PII.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63C12A62-A5C2-451A-935E-A892A522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F9B13FFC-744E-43E6-9204-9730F40A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Latency percentiles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B19DC3D4-7F54-4263-891F-2E03ED20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p95/p99 показывают хвост распределения, который скрывает среднее значение.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2A098BA0-9E92-4552-9195-2B1E9D50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C8C316AC-5F47-4C52-965C-07908F22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Pool saturation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3D92312C-BAD9-4101-84C5-E047BA2B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Ожидание connection повышает HTTP latency даже при быстрых отдельных SQL-запросах.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FE1A8F91-C12A-4AC8-8D6B-FEE8C9CB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DCC36E36-14CC-4379-B294-E69FB0C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transaction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0EAF913C-A6A6-4BE8-955D-95156BCA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Держит snapshot/locks и может создавать bloat, waits и задержку обслуживания.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F19FD-D3D2-4C6A-BB96-E633BB57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2033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F02519DE-59AA-4D52-9078-17E8799B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Incident разбирают от симптома к blocking session или plan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40BBFC64-B97A-46D7-B464-532F62E2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Сначала измерьте слой задержки, затем углубляйтесь до конкретной транзакции и SQL.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74F8B2FF-6E07-4739-9FCA-6E297E3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5E2B84C7-E892-4A02-8936-1448E39C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98A72C01-A9D5-4379-94C3-B78C20AD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HTTP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FEA0DA90-3FA2-4AFD-9952-7AD3F485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Найти медленный request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BD5B37D0-C69E-4893-9546-FBFD68C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 histogram и requestId выделить endpoint, время и error rate.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D7CA304E-AB92-4D99-9D81-2B9EE72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743A823C-BD41-4560-A2EE-617BCF87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POOL+LOCK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4A026FAA-15A1-4EBA-90EC-0472A02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ожидание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51C6BD1F-14EF-42A6-B085-C06B0F7D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Сопоставить pool usage, transaction duration и pg_locks.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957DA54D-1307-4118-A539-DC8C5B9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89E2F15A-01D1-4326-A22A-75394D64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SQL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576ADB4C-47EC-4F11-9FBF-951F22FA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plan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4639EC14-8623-4D54-9286-2CC32EAA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pg_stat_statements и EXPLAIN BUFFERS подтверждают bad estimates/I/O.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51269-3174-458E-B45D-E1143DEC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0433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D7489B3D-8DDF-4A25-B0B1-AAB1DEFB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FF1805CA-94C0-48D3-8B22-402266A0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57D20975-C226-4FCA-A5F8-3F2A0985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./gradlew bootRun   # curl X-Request-Id:incident-42 и /actuator/prometheus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C19E101D-8027-4EA1-BBD7-6032C503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56562A04-F2E5-436D-827C-128CF80A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66B2E0A5-0D65-439A-9572-EF78A12C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Добавить requestId/operationId.
- Экспортировать HTTP и pool metrics.
- Создать incident checklist.
- Найти и исправить slow query.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44E16619-0405-4C82-B84F-4C77CF38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47420136-A182-4EC6-A3E4-97A14F02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4FEEEEC8-261C-4539-AC9E-E0F4AC8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HTTP, transaction и SQL связаны ID.
- Dashboard показывает saturation/latency.
- Bad plan отличён от lock wait.
- Секреты и PII не логируются.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84741-C7EC-40C9-9E0D-3C775E4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2417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56383592-2FF1-492B-9231-1DAD71A3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AFAA5C07-DCB7-431C-B495-1177F44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24E35AD6-2604-48C4-B19A-11D5429A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83655EB1-CBE1-4F2B-93BA-736C461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42EF91B7-C3D3-4707-88A6-28794AB9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Причина latency подтверждается evidence.
- Есть limits для query и transaction duration.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7BCDE752-BE1D-4139-8783-CA771512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9741C8D7-03D3-4462-AD55-30E0FC7B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B898032D-30E8-472D-BF90-EA8E53D1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Как отличить wait от bad plan?
- Какие поля нельзя логировать?
- Почему average latency недостаточно?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0F0A6BBB-26B2-4CB8-9916-F5BBE2A9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упаковать те же guarantees в воспроизводимый deploy.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D3BB5-4F6C-4EC7-AC7E-2DD22E0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9613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2026-07-22T07:24:15.3100000Z</dcterms:created>
  <dcterms:modified xsi:type="dcterms:W3CDTF">2026-07-22T07:24:15.3100000Z</dcterms:modified>
</coreProperties>
</file>