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e09336332454a" /><Relationship Type="http://schemas.openxmlformats.org/officeDocument/2006/relationships/extended-properties" Target="/docProps/app.xml" Id="Re1eaa77b0e9d421b" /><Relationship Type="http://schemas.openxmlformats.org/officeDocument/2006/relationships/officeDocument" Target="/ppt/presentation.xml" Id="R23470727858e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8818936e894855"/>
  </p:sldMasterIdLst>
  <p:notesMasterIdLst>
    <p:notesMasterId xmlns:r="http://schemas.openxmlformats.org/officeDocument/2006/relationships" r:id="R483c36286ebd4aa2"/>
  </p:notesMasterIdLst>
  <p:sldIdLst>
    <p:sldId xmlns:r="http://schemas.openxmlformats.org/officeDocument/2006/relationships" id="256" r:id="Rb4b36063691b40e4"/>
    <p:sldId xmlns:r="http://schemas.openxmlformats.org/officeDocument/2006/relationships" id="257" r:id="R7263aa9abd46410a"/>
    <p:sldId xmlns:r="http://schemas.openxmlformats.org/officeDocument/2006/relationships" id="258" r:id="Raf06ae291df546f6"/>
    <p:sldId xmlns:r="http://schemas.openxmlformats.org/officeDocument/2006/relationships" id="259" r:id="Rc19c8f194bf64b5b"/>
    <p:sldId xmlns:r="http://schemas.openxmlformats.org/officeDocument/2006/relationships" id="260" r:id="Rf919cb12f7e54827"/>
    <p:sldId xmlns:r="http://schemas.openxmlformats.org/officeDocument/2006/relationships" id="261" r:id="Rf9c9eccd33f142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fc8b1a12b4afb" /><Relationship Type="http://schemas.openxmlformats.org/officeDocument/2006/relationships/slideMaster" Target="/ppt/slideMasters/slideMaster1.xml" Id="R1a8818936e894855" /><Relationship Type="http://schemas.openxmlformats.org/officeDocument/2006/relationships/notesMaster" Target="/ppt/notesMasters/notesMaster1.xml" Id="R483c36286ebd4aa2" /><Relationship Type="http://schemas.openxmlformats.org/officeDocument/2006/relationships/presProps" Target="/ppt/presProps.xml" Id="Rf3177d3684ce4eec" /><Relationship Type="http://schemas.openxmlformats.org/officeDocument/2006/relationships/tableStyles" Target="/ppt/tableStyles.xml" Id="R6de54c6693e7432f" /><Relationship Type="http://schemas.openxmlformats.org/officeDocument/2006/relationships/slide" Target="/ppt/slides/slide1.xml" Id="Rb4b36063691b40e4" /><Relationship Type="http://schemas.openxmlformats.org/officeDocument/2006/relationships/slide" Target="/ppt/slides/slide2.xml" Id="R7263aa9abd46410a" /><Relationship Type="http://schemas.openxmlformats.org/officeDocument/2006/relationships/slide" Target="/ppt/slides/slide3.xml" Id="Raf06ae291df546f6" /><Relationship Type="http://schemas.openxmlformats.org/officeDocument/2006/relationships/slide" Target="/ppt/slides/slide4.xml" Id="Rc19c8f194bf64b5b" /><Relationship Type="http://schemas.openxmlformats.org/officeDocument/2006/relationships/slide" Target="/ppt/slides/slide5.xml" Id="Rf919cb12f7e54827" /><Relationship Type="http://schemas.openxmlformats.org/officeDocument/2006/relationships/slide" Target="/ppt/slides/slide6.xml" Id="Rf9c9eccd33f142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76893e9df4b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7f2089b854e22" /><Relationship Type="http://schemas.openxmlformats.org/officeDocument/2006/relationships/notesMaster" Target="/ppt/notesMasters/notesMaster1.xml" Id="R51b733f8a9764e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d4a650ab340fc" /><Relationship Type="http://schemas.openxmlformats.org/officeDocument/2006/relationships/notesMaster" Target="/ppt/notesMasters/notesMaster1.xml" Id="Rb129b00e4d6e43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2177d789c41c5" /><Relationship Type="http://schemas.openxmlformats.org/officeDocument/2006/relationships/notesMaster" Target="/ppt/notesMasters/notesMaster1.xml" Id="R62451c6c6a65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5a81f834c94b17" /><Relationship Type="http://schemas.openxmlformats.org/officeDocument/2006/relationships/notesMaster" Target="/ppt/notesMasters/notesMaster1.xml" Id="R06375937d4d54d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0c95e377254d60" /><Relationship Type="http://schemas.openxmlformats.org/officeDocument/2006/relationships/notesMaster" Target="/ppt/notesMasters/notesMaster1.xml" Id="R2905dd81547843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bb72ee2b9446f2" /><Relationship Type="http://schemas.openxmlformats.org/officeDocument/2006/relationships/notesMaster" Target="/ppt/notesMasters/notesMaster1.xml" Id="R5e8dd834fa75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c709b0f3849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fc26cf636c4b6b" /><Relationship Type="http://schemas.openxmlformats.org/officeDocument/2006/relationships/slideLayout" Target="/ppt/slideLayouts/slideLayout1.xml" Id="Rbdaafb7aace746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afb7aace746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9ec7f2cad42a7" /><Relationship Type="http://schemas.openxmlformats.org/officeDocument/2006/relationships/notesSlide" Target="/ppt/notesSlides/notesSlide1.xml" Id="Rc2ba9cd2acfd40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a5db7f17a4a73" /><Relationship Type="http://schemas.openxmlformats.org/officeDocument/2006/relationships/notesSlide" Target="/ppt/notesSlides/notesSlide2.xml" Id="Rb013785cba0d49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065b0b4eb49ca" /><Relationship Type="http://schemas.openxmlformats.org/officeDocument/2006/relationships/notesSlide" Target="/ppt/notesSlides/notesSlide3.xml" Id="R4e8debe7ac79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403fe190f471f" /><Relationship Type="http://schemas.openxmlformats.org/officeDocument/2006/relationships/notesSlide" Target="/ppt/notesSlides/notesSlide4.xml" Id="Rffce9a794c874f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1c72a9fd4f4a" /><Relationship Type="http://schemas.openxmlformats.org/officeDocument/2006/relationships/notesSlide" Target="/ppt/notesSlides/notesSlide5.xml" Id="R85fcabf65b46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e0e2153ea4d02" /><Relationship Type="http://schemas.openxmlformats.org/officeDocument/2006/relationships/notesSlide" Target="/ppt/notesSlides/notesSlide6.xml" Id="Rc994ec36501547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39B9ABF2-0B1D-42AE-9DD0-0034805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8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A9220327-2CB5-462B-86C4-F3FD596F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73DBC29-67D8-4A65-A8BD-CAE4D641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EA9F29EA-CF60-4D15-A4B9-347EC29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Spring Data, JDBC/JPA и миграции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336BD2B7-2DF7-4E3A-BAFC-F2B6EE26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Использовать ORM осознанно, видеть generated SQL и держать transaction boundary в service.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859C2B8-24A9-477E-921E-2459B795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1745081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22DB832B-FD4C-4E5F-AFB0-8C33C96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66B702BF-A309-4C81-A8A3-7882AB49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JPA удобен для lifecycle, JDBC - для прозрачного запроса, Flyway - для владения схемой.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E5529930-083C-4284-BE58-973995F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74CE9F5D-3028-4370-AFBD-CE87C80D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Data access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2CC24A61-2241-41B8-853F-2FAF7943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JPA dirty checking, lazy loading и projections сравниваются с JdbcTemplate и явным SQL.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B550DD76-91F0-43C4-9F3E-E19BE3E1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BE8E094A-0FD6-4CD9-BE8B-C6B40CA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Transactions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34839AED-8E95-431A-8C00-FE4E50F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Proxy, propagation, rollback rules и self-invocation определяют реальную границу @Transactional.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99A43D72-8407-4ED6-A64E-859B37B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1C132467-7254-4D3B-BB81-E5ED52CA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 lifecycle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086579E2-6CF0-494E-8F66-59902525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Flyway применяет versioned migrations, Hibernate validate не изменяет production schema.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451E9-9B88-4D22-AC1E-4F085A4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0878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84B98C4E-2818-4FC5-A583-06C493C1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Абстракция полезна, пока SQL остаётся объяснимым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DA38A9C9-1CE1-43EF-9934-3B746EA0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0B178958-8277-4D4A-850E-3420FA11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Dirty checking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24CBB3D4-B59C-4B4F-A102-A0E0A806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Managed entity сравнивается при flush; запись может произойти без явного repository.save.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F3EFBB3C-F685-4C4D-A1D8-C76C6B99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48D614AD-D02D-4FB5-A76A-02FF46C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N+1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AA6771F1-93CB-4359-97E9-A5659CDF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Lazy association порождает запрос на каждый элемент; projection или fetch join меняют форму SQL.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2AE50940-A8F8-499F-AEE4-BD861E4C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13D1F41C-0C3E-4426-BF9C-4D50927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Proxy boundary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ABE4A470-6DA2-4F59-ABD4-D7C05C17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Private/self-invocation может обойти proxy, поэтому аннотация не гарантирует новую транзакцию.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4FC92636-F050-4990-BACD-933BAC7C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6ABCA9B9-433B-465A-AA93-8EA1875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Expand-contract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661B7B37-FE2E-4257-B186-F4764540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Схема сначала расширяется совместимо, затем код переключается, потом старое удаляется.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278DE-950B-433B-AAF9-6F0A3482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6486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D6A06908-EA9C-4F7C-8BDA-37898246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 должен владеть connection и атомарностью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18C7D3F5-D55D-4BF3-A827-33D9EDFD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Data access технологии могут смешиваться внутри понятной service transaction.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13D09F25-A6D1-4D9B-BD27-61E38AD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882BC88D-371D-411A-B145-23FA13C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26B8D73B-5D71-4283-B610-6759E28F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MIGRATE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0380EBC6-C80B-4AB1-B1A2-8C538D0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Подготовить схему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5883CCBE-DCAC-434A-8DB2-EAD95AC1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Flyway создаёт совместимые таблицы, constraints и indexes.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099ACA9B-C745-407D-BC05-7562B173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335DEE43-7AC5-4D15-A4D0-321721D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TRANSACT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0A690B99-9611-4A68-8C13-DDE3357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Выполнить use case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CAAC1C04-D459-4CE5-BD82-E043EA2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Service получает connection/transaction и вызывает JPA или JDBC.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CAB1005D-99E0-44FF-8B59-8AE94948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7FB2B6B8-5FB4-4C49-8FAF-2510B26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VERIFY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33BA4BE7-F41C-46BB-B01D-CB7EFDE5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SQL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575EED2D-48A8-47C1-8083-6F397762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Логи и EXPLAIN подтверждают запрос, locks и план на реальных данных.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5A58F-9024-4A7C-AB9D-C7ADCADC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1725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487B217D-7EE6-4828-8AB0-E568F1EC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78E5CCBB-C547-4226-B0EE-382E4CD8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7850C416-C008-4C8A-A06A-2C392E11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&amp;&amp; ./gradlew test   # Flyway + JPA + JdbcTemplate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CEEAEF64-4585-4A5C-8DFD-4F0B0155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65D73760-E726-4F6B-994B-57D813FE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932B1971-C9E0-45B5-A727-8F156543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Реализовать transfer service transaction.
- Сравнить JPA и JdbcTemplate query.
- Воспроизвести и исправить N+1.
- Спроектировать NOT NULL expand-contract.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62086B93-709F-4708-9E20-277F7E05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AFCAD285-B6BC-4F06-BA1B-4DFFA46A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8D858AD8-4487-4BE1-88F8-BDA0FA84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Generated SQL известен и проверен.
- N+1 виден в логах до исправления.
- Миграция работает на пустой и существующей базе.
- Критичный plan приложен к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46007-B2E2-4EA7-B079-64CBAFC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6718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9A6F36D4-F79F-48D6-8C8D-A837A1DC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BACCBC17-B2BC-4A97-8DA1-7BAD44F5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DB00708D-B73F-4FE8-82F5-017814C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4EB9CC8C-F4EB-406A-BEB5-7D9B7B8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6CAFF707-CF6B-4072-9A1D-1D243F8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Объясняешь, где заканчивается Spring.
- Ни один критичный SQL не является неожиданностью.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3CA43BFA-B50B-48F6-9A56-E78580EC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BF310AB9-5781-42CB-85EE-38F0457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90AFC3B5-C0AB-43DA-9611-AE9AC9D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Когда выбрать JDBC вместо JPA?
- Почему self-invocation опасен?
- Как добавить NOT NULL без долгого lock?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4900081E-3423-4D05-A938-C752DE4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защитить API identity, ownership и audit trail.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FBCFA-0415-4E55-A3ED-DA2203D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7519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2026-07-22T07:24:14.0300000Z</dcterms:created>
  <dcterms:modified xsi:type="dcterms:W3CDTF">2026-07-22T07:24:14.0300000Z</dcterms:modified>
</coreProperties>
</file>