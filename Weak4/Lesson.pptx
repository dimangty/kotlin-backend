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aa0db8c15b4a6b" /><Relationship Type="http://schemas.openxmlformats.org/officeDocument/2006/relationships/extended-properties" Target="/docProps/app.xml" Id="R1f8330ea0a434358" /><Relationship Type="http://schemas.openxmlformats.org/officeDocument/2006/relationships/officeDocument" Target="/ppt/presentation.xml" Id="R1bedb4e240e14a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bfae7303044ba7"/>
  </p:sldMasterIdLst>
  <p:notesMasterIdLst>
    <p:notesMasterId xmlns:r="http://schemas.openxmlformats.org/officeDocument/2006/relationships" r:id="R09fe18e621a24777"/>
  </p:notesMasterIdLst>
  <p:sldIdLst>
    <p:sldId xmlns:r="http://schemas.openxmlformats.org/officeDocument/2006/relationships" id="256" r:id="R4bae4c35634c45be"/>
    <p:sldId xmlns:r="http://schemas.openxmlformats.org/officeDocument/2006/relationships" id="257" r:id="R500d872b21a74be9"/>
    <p:sldId xmlns:r="http://schemas.openxmlformats.org/officeDocument/2006/relationships" id="258" r:id="R76059f5754dc4d00"/>
    <p:sldId xmlns:r="http://schemas.openxmlformats.org/officeDocument/2006/relationships" id="259" r:id="Ra68780522bdc409b"/>
    <p:sldId xmlns:r="http://schemas.openxmlformats.org/officeDocument/2006/relationships" id="260" r:id="R005a0b8a303c4d60"/>
    <p:sldId xmlns:r="http://schemas.openxmlformats.org/officeDocument/2006/relationships" id="261" r:id="R8b9219c0fb454e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d45e17fcf54d7d" /><Relationship Type="http://schemas.openxmlformats.org/officeDocument/2006/relationships/slideMaster" Target="/ppt/slideMasters/slideMaster1.xml" Id="R37bfae7303044ba7" /><Relationship Type="http://schemas.openxmlformats.org/officeDocument/2006/relationships/notesMaster" Target="/ppt/notesMasters/notesMaster1.xml" Id="R09fe18e621a24777" /><Relationship Type="http://schemas.openxmlformats.org/officeDocument/2006/relationships/presProps" Target="/ppt/presProps.xml" Id="Rdc7eb9f790a44c24" /><Relationship Type="http://schemas.openxmlformats.org/officeDocument/2006/relationships/tableStyles" Target="/ppt/tableStyles.xml" Id="R28f0e47ece2f4d22" /><Relationship Type="http://schemas.openxmlformats.org/officeDocument/2006/relationships/slide" Target="/ppt/slides/slide1.xml" Id="R4bae4c35634c45be" /><Relationship Type="http://schemas.openxmlformats.org/officeDocument/2006/relationships/slide" Target="/ppt/slides/slide2.xml" Id="R500d872b21a74be9" /><Relationship Type="http://schemas.openxmlformats.org/officeDocument/2006/relationships/slide" Target="/ppt/slides/slide3.xml" Id="R76059f5754dc4d00" /><Relationship Type="http://schemas.openxmlformats.org/officeDocument/2006/relationships/slide" Target="/ppt/slides/slide4.xml" Id="Ra68780522bdc409b" /><Relationship Type="http://schemas.openxmlformats.org/officeDocument/2006/relationships/slide" Target="/ppt/slides/slide5.xml" Id="R005a0b8a303c4d60" /><Relationship Type="http://schemas.openxmlformats.org/officeDocument/2006/relationships/slide" Target="/ppt/slides/slide6.xml" Id="R8b9219c0fb454e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5766bd94b941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1092171f8043d0" /><Relationship Type="http://schemas.openxmlformats.org/officeDocument/2006/relationships/notesMaster" Target="/ppt/notesMasters/notesMaster1.xml" Id="R7cb4d1539e7441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f6dfad52164845" /><Relationship Type="http://schemas.openxmlformats.org/officeDocument/2006/relationships/notesMaster" Target="/ppt/notesMasters/notesMaster1.xml" Id="Rc2f52a1c00854a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5ba7b23d1f4aee" /><Relationship Type="http://schemas.openxmlformats.org/officeDocument/2006/relationships/notesMaster" Target="/ppt/notesMasters/notesMaster1.xml" Id="R9f78aab1710e45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9833b25b1d4991" /><Relationship Type="http://schemas.openxmlformats.org/officeDocument/2006/relationships/notesMaster" Target="/ppt/notesMasters/notesMaster1.xml" Id="Ra126a577c4a14e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7b446d1c244291" /><Relationship Type="http://schemas.openxmlformats.org/officeDocument/2006/relationships/notesMaster" Target="/ppt/notesMasters/notesMaster1.xml" Id="R21e6339506d248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0861874ab24737" /><Relationship Type="http://schemas.openxmlformats.org/officeDocument/2006/relationships/notesMaster" Target="/ppt/notesMasters/notesMaster1.xml" Id="Re0eb0092207444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9a366fcb949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7dfa918a694e85" /><Relationship Type="http://schemas.openxmlformats.org/officeDocument/2006/relationships/slideLayout" Target="/ppt/slideLayouts/slideLayout1.xml" Id="R51e55c4827c140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e55c4827c140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abacd34b345ff" /><Relationship Type="http://schemas.openxmlformats.org/officeDocument/2006/relationships/notesSlide" Target="/ppt/notesSlides/notesSlide1.xml" Id="Rb3b4791f04014b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a3927c6f64cff" /><Relationship Type="http://schemas.openxmlformats.org/officeDocument/2006/relationships/notesSlide" Target="/ppt/notesSlides/notesSlide2.xml" Id="R91a73c4346b04b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da80a243647fb" /><Relationship Type="http://schemas.openxmlformats.org/officeDocument/2006/relationships/notesSlide" Target="/ppt/notesSlides/notesSlide3.xml" Id="Rf0be51a5147f45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ff4ea56db49a3" /><Relationship Type="http://schemas.openxmlformats.org/officeDocument/2006/relationships/notesSlide" Target="/ppt/notesSlides/notesSlide4.xml" Id="R4abba55d9b864d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828b0176644ec" /><Relationship Type="http://schemas.openxmlformats.org/officeDocument/2006/relationships/notesSlide" Target="/ppt/notesSlides/notesSlide5.xml" Id="R636b9479326e4b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63bcdbd7f425b" /><Relationship Type="http://schemas.openxmlformats.org/officeDocument/2006/relationships/notesSlide" Target="/ppt/notesSlides/notesSlide6.xml" Id="Rad692de566254f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58ED669D-9E26-4509-9ACF-36158C18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4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41BFE32E-D5B6-4A75-951C-305B0D5F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E917E98-FCC8-4C76-828A-1C2B75B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AD0E199A-679A-4FF1-9D8B-5C80FA28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B-tree: устройство индекса и поиск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536CA0FC-B6A6-40DF-A2FE-3B680C49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Понимать индекс как структуру данных и объяснять стоимость поиска до heap tuple.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36254060-A318-4777-A935-634F0F50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58354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30A655FC-3B75-4C00-86AF-84C24019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FA7659C6-5BBC-4478-99DF-D855ADFF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B-tree ускоряет узкие выборки благодаря порядку ключей, но добавляет I/O, место и write overhead.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890074DA-3169-4853-9C59-C65B6816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88754B6C-32C7-44D2-958F-97821B35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Структура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2520EC10-DE95-4DAF-B443-1375ACFA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Root, internal и leaf pages образуют сбалансированное дерево с отсортированными ключами.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B36A2D19-F010-4E5D-B0D2-19F7B816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C41B3A8C-577C-4012-AC13-48B765D9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Стоимость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6D31BA10-E58B-4563-9B9D-76A5E78A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Traversal, cache misses, random I/O и heap fetch важнее одной формулы O(log n).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36713C42-FDD5-44CE-84F5-757FF508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5672D190-0886-4661-B73A-D18F94B2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Распределение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737E9929-4AB7-40F6-B441-91ED9B0B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Selectivity, cardinality и correlation определяют, выгоднее ли index scan или seq scan.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56D15-3893-4A3B-B7C4-B72F17C2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3693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A40B3C15-ACFD-45A9-A0DE-C5011D6D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Индекс хранит путь к данным, а не сами строки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47A11BF0-4EE4-48DD-9D50-A4C29B8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49433396-616E-4CF4-B7CE-45C408E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Leaf page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29F16A3A-D8D0-4359-BE33-D3EF9F0B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Содержит отсортированные ключи и ссылки TID; соседние страницы помогают range scan.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BE307670-652A-4A5E-B3BD-39F068A2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C5554FC5-C3B3-461F-993D-2E790D58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Heap fetch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0E838CE7-7CB4-4D5F-9EA0-05231E77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Обычный Index Scan после leaf часто читает heap, чтобы получить строку и проверить видимость.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FEC0EA46-AB00-4B3D-B947-E07D558C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1E1C7B7E-0F77-41EF-A796-84A7F70B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Page split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32A98945-0EC6-49DA-9F73-6C73E925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Вставка в заполненную страницу делит её; случайные ключи меняют locality и write pattern.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CC8874F5-3AD0-4ACE-A464-A79E3C67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3E617A8F-26C3-4607-BDF6-D77484F0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Seq Scan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61180FDA-129A-4B1F-8E96-D0BC04FC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Для большой доли таблицы последовательное чтение дешевле тысяч случайных обращений.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E4C40-8D4E-42E4-8ACA-E64C3D49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5254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A19A5FCA-BB5F-45D6-95FA-EBF7AA2E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Поиск спускается по дереву, затем обращается к heap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8F2FBCA1-F5A8-4415-930E-59814556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Планировщик выбирает этот путь только тогда, когда суммарная стоимость ниже полного чтения.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93755B42-5FDB-4D39-91D3-01E857C1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353CB3EC-9C96-41C2-8D2C-29FD7B41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B7680CFC-0D31-4498-B45C-6B1EB903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ROOT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0F4D0245-3054-4260-B8F8-8F83215A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Выбрать ветвь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DD1F4838-F11D-42AA-BD05-737B9F63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Сравнить ключ с границами диапазонов на root и internal pages.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D1D3B5FE-DFE9-4D69-804F-D70DA7BF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6BFD7A8E-9D98-439C-99CE-128545B9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LEAF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9DA2F306-6131-4617-B157-DDA78DF6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Найти ключ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B368CEF5-81ED-4AB7-A6E0-55A2F225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Получить TID подходящей записи или диапазон соседних leaf pages.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808567D4-D745-47F0-B7C3-90F37A1F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4BCC9091-1141-4B69-9BA3-553CCC6D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HEAP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C9E3374E-5A56-4012-A76A-B71D799F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Прочитать tuple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E789BF96-8C36-407A-872C-F69822B6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видимость и забрать остальные колонки физической строки.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C39C6-F8B9-43B5-91E0-EB685743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73400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0538EF55-11EC-4314-ADBC-97F27CD5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B04D92F5-3735-4D37-8389-595A4280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A48F7C1F-28F2-4E96-9506-815B70B2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docker compose up -d   # затем lab.sql на таблице из 1 000 000 строк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D0926D5C-55B3-4343-A8DC-BB63AD80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FC25111A-0AE2-4147-99D2-A9B2182F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A1299B1B-15B6-4F99-AE3E-B129BBD5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Сравнить lookup до/после B-tree.
- Проверить UUID, bigint, timestamp и status.
- Изменить распределение данных.
- Измерить heap и index sizes, INSERT overhead.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CBA6C915-A73E-43F5-887A-392BCA2B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D3F78189-BCE6-4F01-B596-F20ABDB8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0FFD40CA-6C02-4588-B765-E6BC5B9A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EXPLAIN ANALYZE содержит buffers.
- Есть случай осознанного Seq Scan.
- Нарисован root -&gt; internal -&gt; leaf -&gt; heap.
- Цена индекса измерена на записи.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E13F2-E537-44DC-B503-D9FF23B6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3926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4AFBC1A6-B609-4CB7-B0DA-470BCF53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1E99F9CA-6162-4241-BFE6-0B2D806E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E5818898-8835-404E-AC90-58E98311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7D9995E2-8FD1-44C1-900D-9D30B3FC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B834A14E-A1F9-4FE4-95A6-AD8F5941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Объясняешь бесполезность одиночного boolean index.
- Не сводишь реальную стоимость к O(log n).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CD0A988B-1D39-481D-A8BC-634FD463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6F21D092-FE13-41C5-9F9C-C9BEF5A9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DD1DB2DC-D4BD-4365-8D6C-77F3FA8B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Что хранится в leaf page?
- Когда planner выберет Seq Scan?
- Почему индекс замедляет INSERT/UPDATE?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8179AA11-BF52-492A-8D8A-9BA0295A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проектировать составной индекс под точную форму запроса.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16F3E-486C-4F54-B33F-2C8B354C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5166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2026-07-22T07:24:11.8380000Z</dcterms:created>
  <dcterms:modified xsi:type="dcterms:W3CDTF">2026-07-22T07:24:11.8380000Z</dcterms:modified>
</coreProperties>
</file>