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757689ddbd489e" /><Relationship Type="http://schemas.openxmlformats.org/officeDocument/2006/relationships/extended-properties" Target="/docProps/app.xml" Id="R608843e2e9494ef8" /><Relationship Type="http://schemas.openxmlformats.org/officeDocument/2006/relationships/officeDocument" Target="/ppt/presentation.xml" Id="R58f928ce42cb42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2abdc8d53f4725"/>
  </p:sldMasterIdLst>
  <p:notesMasterIdLst>
    <p:notesMasterId xmlns:r="http://schemas.openxmlformats.org/officeDocument/2006/relationships" r:id="R4af94aa579554cc1"/>
  </p:notesMasterIdLst>
  <p:sldIdLst>
    <p:sldId xmlns:r="http://schemas.openxmlformats.org/officeDocument/2006/relationships" id="256" r:id="R33188007da174cd9"/>
    <p:sldId xmlns:r="http://schemas.openxmlformats.org/officeDocument/2006/relationships" id="257" r:id="Rb53cdf63b2f04dfb"/>
    <p:sldId xmlns:r="http://schemas.openxmlformats.org/officeDocument/2006/relationships" id="258" r:id="Rccdf3df03c0843b9"/>
    <p:sldId xmlns:r="http://schemas.openxmlformats.org/officeDocument/2006/relationships" id="259" r:id="Raed819e90e264e15"/>
    <p:sldId xmlns:r="http://schemas.openxmlformats.org/officeDocument/2006/relationships" id="260" r:id="R6aff7cd9bd1b4ba5"/>
    <p:sldId xmlns:r="http://schemas.openxmlformats.org/officeDocument/2006/relationships" id="261" r:id="R62186e0c4f1d43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d5757051384e2d" /><Relationship Type="http://schemas.openxmlformats.org/officeDocument/2006/relationships/slideMaster" Target="/ppt/slideMasters/slideMaster1.xml" Id="R1c2abdc8d53f4725" /><Relationship Type="http://schemas.openxmlformats.org/officeDocument/2006/relationships/notesMaster" Target="/ppt/notesMasters/notesMaster1.xml" Id="R4af94aa579554cc1" /><Relationship Type="http://schemas.openxmlformats.org/officeDocument/2006/relationships/presProps" Target="/ppt/presProps.xml" Id="Re29bdc271cda45ff" /><Relationship Type="http://schemas.openxmlformats.org/officeDocument/2006/relationships/tableStyles" Target="/ppt/tableStyles.xml" Id="Rf16f85f899644c04" /><Relationship Type="http://schemas.openxmlformats.org/officeDocument/2006/relationships/slide" Target="/ppt/slides/slide1.xml" Id="R33188007da174cd9" /><Relationship Type="http://schemas.openxmlformats.org/officeDocument/2006/relationships/slide" Target="/ppt/slides/slide2.xml" Id="Rb53cdf63b2f04dfb" /><Relationship Type="http://schemas.openxmlformats.org/officeDocument/2006/relationships/slide" Target="/ppt/slides/slide3.xml" Id="Rccdf3df03c0843b9" /><Relationship Type="http://schemas.openxmlformats.org/officeDocument/2006/relationships/slide" Target="/ppt/slides/slide4.xml" Id="Raed819e90e264e15" /><Relationship Type="http://schemas.openxmlformats.org/officeDocument/2006/relationships/slide" Target="/ppt/slides/slide5.xml" Id="R6aff7cd9bd1b4ba5" /><Relationship Type="http://schemas.openxmlformats.org/officeDocument/2006/relationships/slide" Target="/ppt/slides/slide6.xml" Id="R62186e0c4f1d43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7038a5fa7542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656c692022471a" /><Relationship Type="http://schemas.openxmlformats.org/officeDocument/2006/relationships/notesMaster" Target="/ppt/notesMasters/notesMaster1.xml" Id="R3d192165fe1a4e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d04d7f40324fd8" /><Relationship Type="http://schemas.openxmlformats.org/officeDocument/2006/relationships/notesMaster" Target="/ppt/notesMasters/notesMaster1.xml" Id="Rb3c0ae3f8d4348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7693824eb149fd" /><Relationship Type="http://schemas.openxmlformats.org/officeDocument/2006/relationships/notesMaster" Target="/ppt/notesMasters/notesMaster1.xml" Id="R058042f51ef941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dc0deb6e184a77" /><Relationship Type="http://schemas.openxmlformats.org/officeDocument/2006/relationships/notesMaster" Target="/ppt/notesMasters/notesMaster1.xml" Id="R6f909f26b8a74d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03ec368b0b4bd4" /><Relationship Type="http://schemas.openxmlformats.org/officeDocument/2006/relationships/notesMaster" Target="/ppt/notesMasters/notesMaster1.xml" Id="Ra3848715cc0241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2b8b8cb6294556" /><Relationship Type="http://schemas.openxmlformats.org/officeDocument/2006/relationships/notesMaster" Target="/ppt/notesMasters/notesMaster1.xml" Id="Rc0a1338a8cfd49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3c91d76644f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dcadc254454ed3" /><Relationship Type="http://schemas.openxmlformats.org/officeDocument/2006/relationships/slideLayout" Target="/ppt/slideLayouts/slideLayout1.xml" Id="R59104085ef1a47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104085ef1a47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ec5179a0f4698" /><Relationship Type="http://schemas.openxmlformats.org/officeDocument/2006/relationships/notesSlide" Target="/ppt/notesSlides/notesSlide1.xml" Id="R7a9d764e856642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9451711e5439b" /><Relationship Type="http://schemas.openxmlformats.org/officeDocument/2006/relationships/notesSlide" Target="/ppt/notesSlides/notesSlide2.xml" Id="R569622378f0449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a07e71ec24dce" /><Relationship Type="http://schemas.openxmlformats.org/officeDocument/2006/relationships/notesSlide" Target="/ppt/notesSlides/notesSlide3.xml" Id="Re9582000eaef40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d766719834224" /><Relationship Type="http://schemas.openxmlformats.org/officeDocument/2006/relationships/notesSlide" Target="/ppt/notesSlides/notesSlide4.xml" Id="Re000f15a922e4d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84fc8091742df" /><Relationship Type="http://schemas.openxmlformats.org/officeDocument/2006/relationships/notesSlide" Target="/ppt/notesSlides/notesSlide5.xml" Id="Rfefc1aff3f174a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b8496a76b412e" /><Relationship Type="http://schemas.openxmlformats.org/officeDocument/2006/relationships/notesSlide" Target="/ppt/notesSlides/notesSlide6.xml" Id="R4921df99e29146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8DBFC656-A358-4761-BEB8-E60D6A06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3-1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E0671010-E1A3-4AE8-A79F-7F72C7D5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F2CCA4A-40FD-4091-9A75-3CA0CB17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55525D03-8858-40C1-BC5F-871DDD17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 через Spring и JDBC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1E433F30-BF41-446F-9E5E-B0B5E423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Увидеть границу HTTP -&gt; JDBC -&gt; PostgreSQL и сохранить инварианты базы в приложении.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A60A77C-24F8-4C81-8E97-45DD97CB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568778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DC572D1F-3B04-4DDB-A9F2-E11E1882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7F3ACB74-F319-4B98-9F96-034C63A1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Расширение недели соединяет физику PostgreSQL с API, не пряча SQL и constraints.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7C376ADB-54AE-43E6-8DAB-DF9265C0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C2F5CD6C-C7B6-45BC-A815-83984DCF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HTTP-граница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E7B825E4-503A-4785-801E-A976F8A5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Endpoints создают users, accounts и payments и возвращают понятные ошибки.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8C7B0F13-9243-426F-B2FA-7603FA93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F2B2A22C-F9B3-43B2-A574-0B31D29E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JDBC-граница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B8DCECE5-E736-4C45-9A7F-F981DDDD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Явный SQL показывает mapping, round trips и место transaction boundary.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182F66AF-B60D-4848-A2A2-059F755B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16087C2D-339B-41B9-96D5-9D9C89B5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DB-граница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92B8E13C-38B3-4ED3-8778-93373966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Flyway и constraints остаются последней защитой при обходе Bean Validation.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89BDE-7695-48F9-ACD8-E7047B10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7722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89134F65-0D6E-44DA-B48A-74BE6C05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Одно правило часто защищается на двух уровнях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B4552A61-ACDA-4E61-8CF2-F65AEF0C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A9CED798-D646-4E8D-BAA1-BD5D6D0C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Validation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E1852790-0850-443F-9AE7-20F08074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Быстро возвращает понятную ошибку клиенту, но не защищает от другого writer.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F6BAEDF6-A3C8-45C2-8284-DE1F49BF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F96C7BF8-284C-4F1C-82E1-F68ABEDC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Constraint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F4AE3ECB-A525-437E-BDC9-54676C84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Гарантирует инвариант для всех приложений и прямого SQL независимо от кода.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CDF14E53-1227-40E8-9B88-83C0EDFA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E9818C1F-450C-42EE-AE19-9BE21EEA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CTID / xmin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F27CD63E-5735-4FB7-8F1E-FDE6D4D7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Диагностические endpoints делают смену физической версии наблюдаемой после UPDATE.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F45100A2-86CC-4EE4-BE8D-724D0308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64A0F569-B90C-466B-BAE7-2C252214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Testcontainers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1309B786-9020-48D6-B449-C09D85E7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Проверяет Flyway, SQL и поведение настоящего PostgreSQL 17 в тесте.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53274-2CD3-43B0-95BB-5E8EED31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16917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B8F034A0-E5C2-426A-BF24-25D53F31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Запрос проходит четыре слоя, но решение хранит база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F6D6AF24-4A31-4AB6-A496-E1579477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Spring связывает контракт и SQL; PostgreSQL принимает окончательное решение о целостности.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BAC2376F-500E-425D-A74C-D9EACF9F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1198C910-679A-405F-AFD2-35C2D97E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DBAF1782-E56B-4E2D-B3AD-E9D1D027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API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74C01C30-4717-43F7-8230-C8F29E7B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Принять DTO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42821563-BBEA-4600-9946-A7FCCC22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Controller валидирует форму запроса и вызывает use case.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B43792D0-10A8-4305-8E37-3C9903B3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F74BAE72-DD93-4E70-9616-C8BC8D1F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JDBC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93FAB00A-FD8B-4933-9F21-1486FB53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Выполнить SQL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AE4BE4FC-11DE-4264-A5B7-A46A5AB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Repository связывает параметры и читает snapshot/physical tuple.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D004F0BB-B503-40B6-9D8E-C00153CC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421AD9F4-C611-4D0F-8EAE-7ED66B39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POSTGRES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FC0C7B49-1288-4319-8D99-EA9764A0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Защитить данные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6A8D2D02-7078-42F0-8D5F-5E3E4ED2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Constraints, MVCC и WAL обеспечивают целостность и видимость.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6FE78-7C68-4B6A-9FD8-1ACE41B2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9488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0E6E82A6-0CF4-44BB-8011-5815317F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0FF1A9B6-A825-42E2-B73E-0A5968D0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5A5DD1B6-3699-41A9-9CD3-24E463EA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docker compose up -d &amp;&amp; ./gradlew bootRun   # PostgreSQL :5433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8E64C985-63FB-454A-9863-1483E29F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48D788A6-BDFC-4C4E-9DE2-B223E96B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45B43E3D-8FC2-460C-81E7-E8F39B1E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Пройти POST users/accounts/payments.
- Сравнить ctid/xmin до и после UPDATE.
- Сгенерировать 100 000 платежей.
- Дополнить JOIN, CTE и window queries.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FD62183A-A725-4039-B732-252E086A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AF67E91C-8600-42BD-AEE8-78C2F984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63DF5FE5-0573-454D-A2E5-F5CEE43C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DB constraint работает при обходе validation.
- Физическая версия видна через API.
- План и статистика сняты до/после ANALYZE.
- ./gradlew test запускает PostgreSQL 17.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ACC79-FC59-4B73-8308-A9457A89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9819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84E61684-5D70-4944-8D42-E1B78D38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99E82FD4-FCD2-4164-9127-AC5F0D3D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B8E78DD4-06BD-422F-AA8D-4F58EBB5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E050ED36-65A8-4A91-A4D7-B42ECFC8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A6862058-627F-4E8A-9A0E-633B8554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Можешь указать границу каждого слоя.
- SQL и DB-инварианты не скрыты аннотациями.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17FACF6B-2A38-414F-AEF9-E2527DC2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5B7920F6-E8BF-4ED4-BF19-2FA3BF8F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1B1BA8A6-5AF5-4DE8-8AA0-93DCD5B9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Зачем дублировать validation и constraint?
- Где должна жить транзакция?
- Что доказывает Testcontainers-тест?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B89D2A4F-B695-4D87-8543-3A95DD8D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Расширение завершено: API объясняется через SQL и физику PostgreSQL.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23EF8-469F-48E9-BD46-F0F4C423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3869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2026-07-22T07:24:11.5120000Z</dcterms:created>
  <dcterms:modified xsi:type="dcterms:W3CDTF">2026-07-22T07:24:11.5120000Z</dcterms:modified>
</coreProperties>
</file>