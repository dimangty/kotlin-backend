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bca100df247f9" /><Relationship Type="http://schemas.openxmlformats.org/officeDocument/2006/relationships/extended-properties" Target="/docProps/app.xml" Id="R0e5b30948c3649fb" /><Relationship Type="http://schemas.openxmlformats.org/officeDocument/2006/relationships/officeDocument" Target="/ppt/presentation.xml" Id="R63c8815176bb4f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a6e618cbc41fc"/>
  </p:sldMasterIdLst>
  <p:notesMasterIdLst>
    <p:notesMasterId xmlns:r="http://schemas.openxmlformats.org/officeDocument/2006/relationships" r:id="R74b423e3a4364f9b"/>
  </p:notesMasterIdLst>
  <p:sldIdLst>
    <p:sldId xmlns:r="http://schemas.openxmlformats.org/officeDocument/2006/relationships" id="256" r:id="Rad637b7b80b04cd5"/>
    <p:sldId xmlns:r="http://schemas.openxmlformats.org/officeDocument/2006/relationships" id="257" r:id="R65d4da844cda40b8"/>
    <p:sldId xmlns:r="http://schemas.openxmlformats.org/officeDocument/2006/relationships" id="258" r:id="R072a0bf00a88464f"/>
    <p:sldId xmlns:r="http://schemas.openxmlformats.org/officeDocument/2006/relationships" id="259" r:id="Ra56c370e250d49ea"/>
    <p:sldId xmlns:r="http://schemas.openxmlformats.org/officeDocument/2006/relationships" id="260" r:id="Rab6ad82cae0d4d39"/>
    <p:sldId xmlns:r="http://schemas.openxmlformats.org/officeDocument/2006/relationships" id="261" r:id="Rf4d657b753144d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96d0e6c54460b" /><Relationship Type="http://schemas.openxmlformats.org/officeDocument/2006/relationships/slideMaster" Target="/ppt/slideMasters/slideMaster1.xml" Id="R0cca6e618cbc41fc" /><Relationship Type="http://schemas.openxmlformats.org/officeDocument/2006/relationships/notesMaster" Target="/ppt/notesMasters/notesMaster1.xml" Id="R74b423e3a4364f9b" /><Relationship Type="http://schemas.openxmlformats.org/officeDocument/2006/relationships/presProps" Target="/ppt/presProps.xml" Id="Rced4718487f64a55" /><Relationship Type="http://schemas.openxmlformats.org/officeDocument/2006/relationships/tableStyles" Target="/ppt/tableStyles.xml" Id="R6e68e84d00454bde" /><Relationship Type="http://schemas.openxmlformats.org/officeDocument/2006/relationships/slide" Target="/ppt/slides/slide1.xml" Id="Rad637b7b80b04cd5" /><Relationship Type="http://schemas.openxmlformats.org/officeDocument/2006/relationships/slide" Target="/ppt/slides/slide2.xml" Id="R65d4da844cda40b8" /><Relationship Type="http://schemas.openxmlformats.org/officeDocument/2006/relationships/slide" Target="/ppt/slides/slide3.xml" Id="R072a0bf00a88464f" /><Relationship Type="http://schemas.openxmlformats.org/officeDocument/2006/relationships/slide" Target="/ppt/slides/slide4.xml" Id="Ra56c370e250d49ea" /><Relationship Type="http://schemas.openxmlformats.org/officeDocument/2006/relationships/slide" Target="/ppt/slides/slide5.xml" Id="Rab6ad82cae0d4d39" /><Relationship Type="http://schemas.openxmlformats.org/officeDocument/2006/relationships/slide" Target="/ppt/slides/slide6.xml" Id="Rf4d657b75314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2439eafd97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e303e9c074487" /><Relationship Type="http://schemas.openxmlformats.org/officeDocument/2006/relationships/notesMaster" Target="/ppt/notesMasters/notesMaster1.xml" Id="R8980d3bd8f604b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eae0d415a4911" /><Relationship Type="http://schemas.openxmlformats.org/officeDocument/2006/relationships/notesMaster" Target="/ppt/notesMasters/notesMaster1.xml" Id="Rcb02a9fc38db40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d0ba8c6ad4232" /><Relationship Type="http://schemas.openxmlformats.org/officeDocument/2006/relationships/notesMaster" Target="/ppt/notesMasters/notesMaster1.xml" Id="R30ad3cffb498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0b58e5be441c6" /><Relationship Type="http://schemas.openxmlformats.org/officeDocument/2006/relationships/notesMaster" Target="/ppt/notesMasters/notesMaster1.xml" Id="Rfc5367d179b249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cde3cc4fb4ea1" /><Relationship Type="http://schemas.openxmlformats.org/officeDocument/2006/relationships/notesMaster" Target="/ppt/notesMasters/notesMaster1.xml" Id="Rf17067550949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150fbdd2a405a" /><Relationship Type="http://schemas.openxmlformats.org/officeDocument/2006/relationships/notesMaster" Target="/ppt/notesMasters/notesMaster1.xml" Id="R07902abe7f774e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3f85f25ca41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4a348bd81446a" /><Relationship Type="http://schemas.openxmlformats.org/officeDocument/2006/relationships/slideLayout" Target="/ppt/slideLayouts/slideLayout1.xml" Id="Ra758ecf1e7b449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8ecf1e7b449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8f07eb09049d8" /><Relationship Type="http://schemas.openxmlformats.org/officeDocument/2006/relationships/notesSlide" Target="/ppt/notesSlides/notesSlide1.xml" Id="Rf120f65a1aa9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cbee845b54bff" /><Relationship Type="http://schemas.openxmlformats.org/officeDocument/2006/relationships/notesSlide" Target="/ppt/notesSlides/notesSlide2.xml" Id="R76f85328e5cf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834551514b04" /><Relationship Type="http://schemas.openxmlformats.org/officeDocument/2006/relationships/notesSlide" Target="/ppt/notesSlides/notesSlide3.xml" Id="Rf26c071f8da0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103e33cb84536" /><Relationship Type="http://schemas.openxmlformats.org/officeDocument/2006/relationships/notesSlide" Target="/ppt/notesSlides/notesSlide4.xml" Id="Rc4b28db7e5514d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42619d74b4342" /><Relationship Type="http://schemas.openxmlformats.org/officeDocument/2006/relationships/notesSlide" Target="/ppt/notesSlides/notesSlide5.xml" Id="R11a056cde827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591d4383041a7" /><Relationship Type="http://schemas.openxmlformats.org/officeDocument/2006/relationships/notesSlide" Target="/ppt/notesSlides/notesSlide6.xml" Id="R33c569b2e6cb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3F549A5A-B3F9-4F74-B312-A55E1C4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CB7A6BDC-6BD0-4C3E-83B8-32C6E22B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37B7A5C-5161-4E06-934F-02163916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4097D42-0E9E-4603-8754-488367A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Kotlin/JVM на сервере, Gradle и HTTP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0DE3B1C6-F57C-4445-8274-1846B26D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Поднять первое Spring Boot-приложение и понимать жизненный цикл HTTP-запроса.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0B80F87-9680-4149-B3C5-9B5EA9C6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761738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7480B0E8-676A-4A07-8A57-F173D9B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10F87176-54A6-4EC1-8698-37A9B72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Серверная разработка начинается с процесса, контракта и конкурентного исполнения.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69EEE2F4-B107-4C7B-A069-2D7A4752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0B45F34D-5A85-4E77-9E0B-5FB723C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Процесс JVM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89F951E1-5F67-433F-8E8E-BADA3BFD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JDK, bytecode, JAR, classpath и Gradle lifecycle. Сервер живёт долго и должен управлять ресурсами.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F6DB0B4A-FA03-4FE7-A280-B69931A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A3C3F43B-D25D-4800-827B-F939149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HTTP-контракт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85D9584A-0039-4552-900E-8A1ABFD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Methods, status codes, headers, cookies, caching и idempotency задают наблюдаемое поведение API.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B1CD790A-8AFC-4A4D-B251-3E04682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C5253109-6969-402C-A81F-CFEFD95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Исполнение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23FA026D-FC6F-4291-B7F5-0426A46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Spring lifecycle, constructor injection, threads, pools и цена blocking I/O под параллельной нагрузкой.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4ACC7-85A1-4387-B7E1-6260CD1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0128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421C2224-4840-46C4-ACDF-7211F76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Четыре понятия задают поведение первого API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0AAB3ED4-BB8C-4126-B6E8-EC091E8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E2409F2B-B701-4BEA-BB75-E410982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Stateless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035837C3-ED75-4F3E-A12A-B058732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запрос несёт контекст, необходимый серверу; процесс не полагается на локальное состояние клиента.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A4A993F1-BAD1-44FC-B8E9-4A00C50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932E7445-EDED-480C-9DA2-DE4F09D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Idempotency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D7F42DEF-84B4-4AF6-9FA7-C3AB4051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 операции приводит к тому же бизнес-эффекту, но не обязательно к идентичному ответу по времени.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1AB56B7D-F99C-471B-8BE1-486943F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91F2DCFF-6F80-4A19-880A-90A4B38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Classpath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E2622718-370A-4E49-8003-C2C8894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JVM ищет классы в согласованном наборе зависимостей; несовместимые версии дают конфликт во время запуска.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756A73AB-6330-42ED-945B-F911C9E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103E00FE-D5BA-44E2-A85D-EF6AB7A6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Blocking I/O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00E6634D-1759-4940-828C-42D5E3D1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Поток ждёт внешний ресурс. Долгое ожидание сокращает доступную ёмкость request thread pool.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57D55-A2A2-40F3-B7FC-18FE757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2106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CC188277-4F01-4FD0-86A6-D4A3282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Запрос проходит три наблюдаемые границы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09C54889-3AC6-42AE-B1E4-55DB9AD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На каждом шаге можно измерить вход, работу и ответ - без магии фреймворка.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A4588431-983E-44F8-8FD6-ED1A7BF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1B82883-9A03-4662-A87A-0655CB7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8205EBC3-A767-45D7-83A8-06DA1D27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HTTP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B8F19422-62AF-42C3-A64D-DC71D7A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Принять контракт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F57D1CDF-E553-4017-94C7-45A9073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TCP/HTTP, method, path, headers и body попадают в servlet container.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11D39681-7852-4B62-8342-FD3250C6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23E577F3-AD3A-42C1-92F2-D5EF445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SPRING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70A2797C-89D6-499B-920E-C820F95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Выбрать обработчик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F737ABEE-69CF-49F2-B144-93F6070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DispatcherServlet находит controller, связывает параметры и вызывает Kotlin-код.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244BE9F4-3564-4AE6-91DE-CA403954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E2998119-1A21-481A-981E-85C302A5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RESPONSE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AC88ED2F-17B8-4A3B-BA2E-A92A9F21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Вернуть результат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0EBDFA4E-1867-45A4-8D55-5A6E5C22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Объект сериализуется в JSON, добавляются status и headers, соединение освобождается.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EABD4-E4CC-4EA3-B612-095EE1C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0298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06259CF8-ADE1-41FF-900F-4734E414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1CF1EFA3-2B5F-4459-A068-9EDA91C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0978A549-C17E-4780-A274-16D93D6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bootRun   # затем curl /health, /hello и /echo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A98699CF-6F54-4C7F-A96C-DD236A2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7DAF8B16-E6B5-4BDF-B7AA-CC208F1D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59FD89A2-4A34-4A50-B452-7EE078A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Запустить сервис без IDE.
- Проверить GET /health, GET /hello и POST /echo.
- Добавить local/test configuration.
- Нагрузить endpoint с временным Thread.sleep.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82E68036-B09F-4B79-877E-F09019AE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2A9118AC-3247-45B8-9929-F25F943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EDF14603-241A-4BA9-BE95-7EA8FBE8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curl показывает корректные status и headers.
- Сборка создаёт исполняемый JAR.
- По thread names видно влияние blocking I/O.
- Request lifecycle нарисован от HTTP до JSON.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A3466-A7F1-4204-8DBB-208B334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8609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AE0FAD8B-B12E-42B6-83D0-DC41E521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35716B69-8FD5-4BDD-8F4F-F0182112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7FD40C77-64BE-45C5-AB7D-439D946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35486EDF-DF77-4D32-8FF6-B152D8A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763065EC-6F7F-4E8D-B22A-542DAF99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Сервис собирается и запускается Gradle Wrapper.
- Можешь объяснить путь запроса и занятые ресурсы.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00C03A29-6342-480E-99D3-26C0A57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EACAD07E-6A3A-46B4-BAA4-761B27D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CFAEA39B-8652-4720-B4A2-5ECE3936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Почему HTTP называют stateless?
- Чем идемпотентность отличается от повторяемости?
- Как возникает конфликт classpath?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AC440FB5-E464-4E05-9916-62EBF68B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отделить HTTP-контракт от бизнес-логики.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7186C-B12B-41EA-9F1F-3335E5C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7665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2026-07-22T07:24:10.1220000Z</dcterms:created>
  <dcterms:modified xsi:type="dcterms:W3CDTF">2026-07-22T07:24:10.1220000Z</dcterms:modified>
</coreProperties>
</file>