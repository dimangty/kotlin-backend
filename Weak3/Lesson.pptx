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ea92dcd894365" /><Relationship Type="http://schemas.openxmlformats.org/officeDocument/2006/relationships/extended-properties" Target="/docProps/app.xml" Id="R3abbf292dd7d4436" /><Relationship Type="http://schemas.openxmlformats.org/officeDocument/2006/relationships/officeDocument" Target="/ppt/presentation.xml" Id="R74b70640c7b54e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4883d9fcc4aea"/>
  </p:sldMasterIdLst>
  <p:notesMasterIdLst>
    <p:notesMasterId xmlns:r="http://schemas.openxmlformats.org/officeDocument/2006/relationships" r:id="Rb4ccbc8537404b04"/>
  </p:notesMasterIdLst>
  <p:sldIdLst>
    <p:sldId xmlns:r="http://schemas.openxmlformats.org/officeDocument/2006/relationships" id="256" r:id="R60f9ee2e639e4a74"/>
    <p:sldId xmlns:r="http://schemas.openxmlformats.org/officeDocument/2006/relationships" id="257" r:id="Re573ce485a884883"/>
    <p:sldId xmlns:r="http://schemas.openxmlformats.org/officeDocument/2006/relationships" id="258" r:id="Rd759f804d5a64e66"/>
    <p:sldId xmlns:r="http://schemas.openxmlformats.org/officeDocument/2006/relationships" id="259" r:id="R24ccdac0f5fb4af5"/>
    <p:sldId xmlns:r="http://schemas.openxmlformats.org/officeDocument/2006/relationships" id="260" r:id="Rec0df69195c64d65"/>
    <p:sldId xmlns:r="http://schemas.openxmlformats.org/officeDocument/2006/relationships" id="261" r:id="R588f99c4f13b49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991767168c4eb6" /><Relationship Type="http://schemas.openxmlformats.org/officeDocument/2006/relationships/slideMaster" Target="/ppt/slideMasters/slideMaster1.xml" Id="R6c54883d9fcc4aea" /><Relationship Type="http://schemas.openxmlformats.org/officeDocument/2006/relationships/notesMaster" Target="/ppt/notesMasters/notesMaster1.xml" Id="Rb4ccbc8537404b04" /><Relationship Type="http://schemas.openxmlformats.org/officeDocument/2006/relationships/presProps" Target="/ppt/presProps.xml" Id="Raa4728db14c745c5" /><Relationship Type="http://schemas.openxmlformats.org/officeDocument/2006/relationships/tableStyles" Target="/ppt/tableStyles.xml" Id="R203896404f8d4a02" /><Relationship Type="http://schemas.openxmlformats.org/officeDocument/2006/relationships/slide" Target="/ppt/slides/slide1.xml" Id="R60f9ee2e639e4a74" /><Relationship Type="http://schemas.openxmlformats.org/officeDocument/2006/relationships/slide" Target="/ppt/slides/slide2.xml" Id="Re573ce485a884883" /><Relationship Type="http://schemas.openxmlformats.org/officeDocument/2006/relationships/slide" Target="/ppt/slides/slide3.xml" Id="Rd759f804d5a64e66" /><Relationship Type="http://schemas.openxmlformats.org/officeDocument/2006/relationships/slide" Target="/ppt/slides/slide4.xml" Id="R24ccdac0f5fb4af5" /><Relationship Type="http://schemas.openxmlformats.org/officeDocument/2006/relationships/slide" Target="/ppt/slides/slide5.xml" Id="Rec0df69195c64d65" /><Relationship Type="http://schemas.openxmlformats.org/officeDocument/2006/relationships/slide" Target="/ppt/slides/slide6.xml" Id="R588f99c4f13b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7116483ea44a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b5de9f15e6407c" /><Relationship Type="http://schemas.openxmlformats.org/officeDocument/2006/relationships/notesMaster" Target="/ppt/notesMasters/notesMaster1.xml" Id="Rea80b5b49bb3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cb2d70d4743c0" /><Relationship Type="http://schemas.openxmlformats.org/officeDocument/2006/relationships/notesMaster" Target="/ppt/notesMasters/notesMaster1.xml" Id="R1d33ee5bbe2649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b0fc9ebb1427a" /><Relationship Type="http://schemas.openxmlformats.org/officeDocument/2006/relationships/notesMaster" Target="/ppt/notesMasters/notesMaster1.xml" Id="Ra2e3d466a9f243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e2cf5c20ec4ac2" /><Relationship Type="http://schemas.openxmlformats.org/officeDocument/2006/relationships/notesMaster" Target="/ppt/notesMasters/notesMaster1.xml" Id="R07079fe068c546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ba461b472d4eec" /><Relationship Type="http://schemas.openxmlformats.org/officeDocument/2006/relationships/notesMaster" Target="/ppt/notesMasters/notesMaster1.xml" Id="R38948ce3053e48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73101a104d452f" /><Relationship Type="http://schemas.openxmlformats.org/officeDocument/2006/relationships/notesMaster" Target="/ppt/notesMasters/notesMaster1.xml" Id="R3db81488806044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d6000cebf49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79576693d4bfa" /><Relationship Type="http://schemas.openxmlformats.org/officeDocument/2006/relationships/slideLayout" Target="/ppt/slideLayouts/slideLayout1.xml" Id="Rfce5e75af43040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5e75af43040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f87bf48b34af3" /><Relationship Type="http://schemas.openxmlformats.org/officeDocument/2006/relationships/notesSlide" Target="/ppt/notesSlides/notesSlide1.xml" Id="Rc980ec32811d4d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98f165ab4401f" /><Relationship Type="http://schemas.openxmlformats.org/officeDocument/2006/relationships/notesSlide" Target="/ppt/notesSlides/notesSlide2.xml" Id="R76c2b2260605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2d6a469fa43cf" /><Relationship Type="http://schemas.openxmlformats.org/officeDocument/2006/relationships/notesSlide" Target="/ppt/notesSlides/notesSlide3.xml" Id="R8625381ee1ed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890dd22e94ec8" /><Relationship Type="http://schemas.openxmlformats.org/officeDocument/2006/relationships/notesSlide" Target="/ppt/notesSlides/notesSlide4.xml" Id="R6a9a3cb9a2ef40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8d27d617d426f" /><Relationship Type="http://schemas.openxmlformats.org/officeDocument/2006/relationships/notesSlide" Target="/ppt/notesSlides/notesSlide5.xml" Id="Rd629bedfb76241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449d7bb434603" /><Relationship Type="http://schemas.openxmlformats.org/officeDocument/2006/relationships/notesSlide" Target="/ppt/notesSlides/notesSlide6.xml" Id="Rfb674bee77c64b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7A041657-858A-4230-8FAA-AF248336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3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38A1C157-F60E-4AB5-8F7A-E03A01BC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FB44293-27C7-4BEB-9832-0B04BCFE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4A6CABCC-196C-4A6B-B3F3-49A86C4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PostgreSQL: схема, SQL и физическое хранение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49FCA176-40A1-4B4A-8A16-1C79EFF5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Понять таблицу как набор страниц и версий строк, а не как абстрактный список объектов.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A3AA1A7-EC06-405C-8DD8-BE708563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267202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9CB1DFEF-3CAE-46B2-A7BD-9FA47F05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044A69C5-F3F6-409A-A0B0-7E19602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Сначала база защищает инварианты, затем SQL показывает данные, а физический слой объясняет стоимость.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28B48AFC-B4E4-4CF4-BBE6-C4731348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DEBAA6F5-90B8-43FB-86EF-AFE92E93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Схема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CF191642-5494-4ED7-BEAD-B3AC54E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PK, FK, UNIQUE, CHECK и NOT NULL фиксируют правила рядом с данными.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5595E72A-069C-47E2-AB29-8B769E83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83085D9A-F9E6-44C2-AFF1-6AEE32F8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Физика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79CFB37F-53C5-45F8-8107-078CB54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Heap pages, tuples, CTID и новые версии при UPDATE делают хранение наблюдаемым.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C96ADCB3-D8B0-4153-91A2-8697F4D7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18107312-0ECF-47AE-95B1-E84A05C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Обслуживание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B02D828E-2494-46F7-A347-0F505C4D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MVCC, WAL, checkpoint, VACUUM и ANALYZE поддерживают видимость, восстановление и планы.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CAF74-FC51-4AA0-9A45-371AC350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03211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31C410D1-421E-42CF-95F1-44A1FB75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Логическая строка скрывает жизненный цикл tuple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7E1B11FC-0DF5-4836-B74A-E893A1B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70E31DF5-FD6E-41C7-A75C-50D9E9C8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Heap tuple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6C8E9FAE-1593-4376-B937-F174B3A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Физическая версия строки лежит на странице и имеет адрес CTID; UPDATE обычно создаёт новую версию.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D0B232B3-1C6F-45F4-A75A-6CB697AD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750DBFFD-B466-43C4-8A19-C043C3B1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MVCC snapshot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713C9CB6-E644-4ADD-902E-6741E1B4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SELECT видит только версии, допустимые snapshot текущей транзакции.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D7195260-3043-4926-B66B-F0856C7B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553BA720-1D71-4E20-A95E-F0F45C48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VACUUM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4180BA02-93C5-4108-B611-7C176050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Освобождает место от невидимых версий и помогает visibility map; это не обычное удаление файла.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2F45AE6A-C0FF-4E84-BF4B-6BB9B347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AFF15512-7C44-40F5-AC41-D85DDA43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ANALYZE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C9D90377-BFE9-4D64-8962-603F7313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Собирает статистику распределения, от которой зависит оценка cardinality и выбор плана.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CF0F0-6A1A-4252-967B-4786FDF7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5378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E72C9B5E-7D77-4D8D-B767-E4C9D059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UPDATE меняет физику, но сохраняет логическую строку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6836FF52-DD07-4236-9A80-90DF696B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Новая версия появляется раньше, чем старая перестаёт быть видимой всем транзакциям.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8F122736-5641-4777-A0CE-FDF4002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90701B51-E17C-4EDF-A0F5-CF870021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FB3AAB01-F607-44E4-9C0E-622485E4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WRITE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7B9C279A-8910-4CFC-91DA-F530D2D4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Создать tuple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6027EF82-6AD5-4975-8AB2-7702AB34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INSERT или UPDATE записывает физическую версию и WAL для восстановления.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F13B25ED-12F7-49EE-A92A-8135822F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A8B2486E-4704-4011-BE82-64F054E7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SNAPSHOT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F68AEF09-314C-44F7-8163-3437231D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Выбрать видимую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4198C9CA-7AC2-4C9B-ADC6-724B486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Каждая транзакция проверяет xmin/xmax и видит подходящую версию.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86FAC61D-EAA5-4733-BF0B-F7A6ED46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C335FDDD-790B-4A87-BB31-89C1D5E6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MAINTENANCE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6B0B6929-AC78-4E35-83E8-372F4A50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Очистить и оценить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89401F60-30A5-401C-8012-F155EE2B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VACUUM обрабатывает мёртвые версии, ANALYZE обновляет статистику.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576B7-FFE8-43F5-B025-1618B6F4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3592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8DAC2007-F1F6-41AB-81D4-31DBA9D5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D8457DC6-B1BD-47D8-884A-77A2AFCD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60A4745E-F129-4B59-A038-F489784D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docker compose exec postgres psql -U study -d fintech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58544934-96D6-4C93-AC4A-56CDD51E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72F420A6-0941-4C61-B947-9A0BDA8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F866E718-CC5F-4B9A-9387-0B899F12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Спроектировать users, accounts, payments, ledger_entries.
- Добавить все ключевые constraints.
- Написать не менее 20 SQL-запросов.
- Исследовать ctid, xmin, bloat и размеры таблиц.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DE2269A3-13F9-46B7-B2F0-E5A9DF5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C68FFE63-2D67-42D8-B155-FFCF8962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44A289FF-8F21-41D0-8FC7-0BE8A66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Constraint отклоняет некорректное состояние.
- UPDATE меняет физическую версию строки.
- 100 000 строк дают осмысленную статистику.
- EXPLAIN меняется после ANALYZE при необходимости.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61F0D-361B-43BC-8032-66458331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8965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57FD1F9F-2F74-45AF-8847-48CE90A2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77BD67AD-BE6F-4BE4-8EE4-99FA2FF2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DD6C4AD1-2327-45D6-A6DB-6DE15E89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2F6848E9-592D-4F5A-B1ED-F66CFC62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88D2DEB4-3EA8-4C27-A5B0-0AF1A001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Можешь выбрать ключи и constraints без ORM.
- Объясняешь связь UPDATE, bloat и VACUUM.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4CE3BC0E-1C35-44DE-990C-48D8B9B8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BC978D50-CB4F-4322-BD17-ECBC1BB9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5A2D6221-8BF9-4D09-A156-64A86FC8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Почему SELECT видит старую версию?
- Чем logical row отличается от tuple?
- Почему ANALYZE влияет на planner?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8F828506-C503-42E2-B27D-95F2E89B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ускорять конкретный запрос, понимая физическую цену.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986D9-3CAC-4999-B9F8-ADE59DF4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7778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2026-07-22T07:24:11.1800000Z</dcterms:created>
  <dcterms:modified xsi:type="dcterms:W3CDTF">2026-07-22T07:24:11.1800000Z</dcterms:modified>
</coreProperties>
</file>